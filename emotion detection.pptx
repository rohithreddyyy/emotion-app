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7" r:id="rId2"/>
    <p:sldId id="256" r:id="rId3"/>
    <p:sldId id="270" r:id="rId4"/>
    <p:sldId id="271" r:id="rId5"/>
    <p:sldId id="272" r:id="rId6"/>
    <p:sldId id="273" r:id="rId7"/>
    <p:sldId id="274" r:id="rId8"/>
    <p:sldId id="275" r:id="rId9"/>
    <p:sldId id="276" r:id="rId10"/>
    <p:sldId id="277" r:id="rId11"/>
    <p:sldId id="278" r:id="rId12"/>
    <p:sldId id="269" r:id="rId13"/>
  </p:sldIdLst>
  <p:sldSz cx="9144000" cy="5143500" type="screen16x9"/>
  <p:notesSz cx="6858000" cy="9144000"/>
  <p:embeddedFontLst>
    <p:embeddedFont>
      <p:font typeface="Book Antiqua" panose="02040602050305030304" pitchFamily="18" charset="0"/>
      <p:regular r:id="rId15"/>
      <p:bold r:id="rId16"/>
      <p:italic r:id="rId17"/>
      <p:boldItalic r:id="rId18"/>
    </p:embeddedFont>
    <p:embeddedFont>
      <p:font typeface="Bookman Old Style" panose="02050604050505020204" pitchFamily="18" charset="0"/>
      <p:regular r:id="rId19"/>
      <p:bold r:id="rId20"/>
      <p:italic r:id="rId21"/>
      <p:boldItalic r:id="rId22"/>
    </p:embeddedFont>
    <p:embeddedFont>
      <p:font typeface="Sylfaen" panose="010A0502050306030303" pitchFamily="18" charset="0"/>
      <p:regular r:id="rId23"/>
    </p:embeddedFont>
    <p:embeddedFont>
      <p:font typeface="Trebuchet MS" panose="020B0603020202020204" pitchFamily="3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184" userDrawn="1">
          <p15:clr>
            <a:srgbClr val="A4A3A4"/>
          </p15:clr>
        </p15:guide>
        <p15:guide id="2" pos="2880" userDrawn="1">
          <p15:clr>
            <a:srgbClr val="A4A3A4"/>
          </p15:clr>
        </p15:guide>
        <p15:guide id="3" orient="horz" pos="341"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snapToGrid="0" showGuides="1">
      <p:cViewPr>
        <p:scale>
          <a:sx n="100" d="100"/>
          <a:sy n="100" d="100"/>
        </p:scale>
        <p:origin x="907" y="254"/>
      </p:cViewPr>
      <p:guideLst>
        <p:guide orient="horz" pos="1184"/>
        <p:guide pos="2880"/>
        <p:guide orient="horz" pos="341"/>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5" name="Google Shape;11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20"/>
          <p:cNvSpPr txBox="1">
            <a:spLocks noGrp="1"/>
          </p:cNvSpPr>
          <p:nvPr>
            <p:ph type="title"/>
          </p:nvPr>
        </p:nvSpPr>
        <p:spPr>
          <a:xfrm>
            <a:off x="457200" y="205978"/>
            <a:ext cx="8229600" cy="857400"/>
          </a:xfrm>
          <a:prstGeom prst="rect">
            <a:avLst/>
          </a:prstGeom>
          <a:noFill/>
          <a:ln>
            <a:noFill/>
          </a:ln>
        </p:spPr>
        <p:txBody>
          <a:bodyPr spcFirstLastPara="1" wrap="square" lIns="94100" tIns="47025" rIns="94100" bIns="47025" anchor="ctr" anchorCtr="0">
            <a:noAutofit/>
          </a:bodyPr>
          <a:lstStyle>
            <a:lvl1pPr lvl="0" algn="ctr">
              <a:lnSpc>
                <a:spcPct val="100000"/>
              </a:lnSpc>
              <a:spcBef>
                <a:spcPts val="0"/>
              </a:spcBef>
              <a:spcAft>
                <a:spcPts val="0"/>
              </a:spcAft>
              <a:buSzPts val="20700"/>
              <a:buNone/>
              <a:defRPr>
                <a:latin typeface="Times New Roman" panose="02020603050405020304" pitchFamily="18" charset="0"/>
                <a:cs typeface="Times New Roman" panose="02020603050405020304" pitchFamily="18"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3" name="Google Shape;13;p20"/>
          <p:cNvSpPr txBox="1">
            <a:spLocks noGrp="1"/>
          </p:cNvSpPr>
          <p:nvPr>
            <p:ph type="body" idx="1"/>
          </p:nvPr>
        </p:nvSpPr>
        <p:spPr>
          <a:xfrm>
            <a:off x="457200" y="1200152"/>
            <a:ext cx="8229600" cy="3394500"/>
          </a:xfrm>
          <a:prstGeom prst="rect">
            <a:avLst/>
          </a:prstGeom>
          <a:noFill/>
          <a:ln>
            <a:noFill/>
          </a:ln>
        </p:spPr>
        <p:txBody>
          <a:bodyPr spcFirstLastPara="1" wrap="square" lIns="94100" tIns="47025" rIns="94100" bIns="47025" anchor="t" anchorCtr="0">
            <a:noAutofit/>
          </a:bodyPr>
          <a:lstStyle>
            <a:lvl1pPr marL="457200" lvl="0" indent="-1187450" algn="l">
              <a:lnSpc>
                <a:spcPct val="100000"/>
              </a:lnSpc>
              <a:spcBef>
                <a:spcPts val="3020"/>
              </a:spcBef>
              <a:spcAft>
                <a:spcPts val="0"/>
              </a:spcAft>
              <a:buSzPts val="15100"/>
              <a:buChar char="•"/>
              <a:defRPr>
                <a:latin typeface="Times New Roman" panose="02020603050405020304" pitchFamily="18" charset="0"/>
                <a:cs typeface="Times New Roman" panose="02020603050405020304" pitchFamily="18" charset="0"/>
              </a:defRPr>
            </a:lvl1pPr>
            <a:lvl2pPr marL="914400" lvl="1" indent="-1066800" algn="l">
              <a:lnSpc>
                <a:spcPct val="100000"/>
              </a:lnSpc>
              <a:spcBef>
                <a:spcPts val="2640"/>
              </a:spcBef>
              <a:spcAft>
                <a:spcPts val="0"/>
              </a:spcAft>
              <a:buSzPts val="13200"/>
              <a:buChar char="–"/>
              <a:defRPr/>
            </a:lvl2pPr>
            <a:lvl3pPr marL="1371600" lvl="2" indent="-946150" algn="l">
              <a:lnSpc>
                <a:spcPct val="100000"/>
              </a:lnSpc>
              <a:spcBef>
                <a:spcPts val="2260"/>
              </a:spcBef>
              <a:spcAft>
                <a:spcPts val="0"/>
              </a:spcAft>
              <a:buSzPts val="11300"/>
              <a:buChar char="•"/>
              <a:defRPr/>
            </a:lvl3pPr>
            <a:lvl4pPr marL="1828800" lvl="3" indent="-825500" algn="l">
              <a:lnSpc>
                <a:spcPct val="100000"/>
              </a:lnSpc>
              <a:spcBef>
                <a:spcPts val="1880"/>
              </a:spcBef>
              <a:spcAft>
                <a:spcPts val="0"/>
              </a:spcAft>
              <a:buSzPts val="9400"/>
              <a:buChar char="–"/>
              <a:defRPr/>
            </a:lvl4pPr>
            <a:lvl5pPr marL="2286000" lvl="4" indent="-825500" algn="l">
              <a:lnSpc>
                <a:spcPct val="100000"/>
              </a:lnSpc>
              <a:spcBef>
                <a:spcPts val="1880"/>
              </a:spcBef>
              <a:spcAft>
                <a:spcPts val="0"/>
              </a:spcAft>
              <a:buSzPts val="9400"/>
              <a:buChar char="»"/>
              <a:defRPr/>
            </a:lvl5pPr>
            <a:lvl6pPr marL="2743200" lvl="5" indent="-825500" algn="l">
              <a:lnSpc>
                <a:spcPct val="100000"/>
              </a:lnSpc>
              <a:spcBef>
                <a:spcPts val="1880"/>
              </a:spcBef>
              <a:spcAft>
                <a:spcPts val="0"/>
              </a:spcAft>
              <a:buSzPts val="9400"/>
              <a:buChar char="•"/>
              <a:defRPr/>
            </a:lvl6pPr>
            <a:lvl7pPr marL="3200400" lvl="6" indent="-825500" algn="l">
              <a:lnSpc>
                <a:spcPct val="100000"/>
              </a:lnSpc>
              <a:spcBef>
                <a:spcPts val="1880"/>
              </a:spcBef>
              <a:spcAft>
                <a:spcPts val="0"/>
              </a:spcAft>
              <a:buSzPts val="9400"/>
              <a:buChar char="•"/>
              <a:defRPr/>
            </a:lvl7pPr>
            <a:lvl8pPr marL="3657600" lvl="7" indent="-825500" algn="l">
              <a:lnSpc>
                <a:spcPct val="100000"/>
              </a:lnSpc>
              <a:spcBef>
                <a:spcPts val="1880"/>
              </a:spcBef>
              <a:spcAft>
                <a:spcPts val="0"/>
              </a:spcAft>
              <a:buSzPts val="9400"/>
              <a:buChar char="•"/>
              <a:defRPr/>
            </a:lvl8pPr>
            <a:lvl9pPr marL="4114800" lvl="8" indent="-825500" algn="l">
              <a:lnSpc>
                <a:spcPct val="100000"/>
              </a:lnSpc>
              <a:spcBef>
                <a:spcPts val="1880"/>
              </a:spcBef>
              <a:spcAft>
                <a:spcPts val="0"/>
              </a:spcAft>
              <a:buSzPts val="9400"/>
              <a:buChar char="•"/>
              <a:defRPr/>
            </a:lvl9pPr>
          </a:lstStyle>
          <a:p>
            <a:endParaRPr dirty="0"/>
          </a:p>
        </p:txBody>
      </p:sp>
      <p:sp>
        <p:nvSpPr>
          <p:cNvPr id="14" name="Google Shape;14;p20"/>
          <p:cNvSpPr txBox="1">
            <a:spLocks noGrp="1"/>
          </p:cNvSpPr>
          <p:nvPr>
            <p:ph type="dt" idx="10"/>
          </p:nvPr>
        </p:nvSpPr>
        <p:spPr>
          <a:xfrm>
            <a:off x="457200" y="4767264"/>
            <a:ext cx="2133600" cy="273900"/>
          </a:xfrm>
          <a:prstGeom prst="rect">
            <a:avLst/>
          </a:prstGeom>
          <a:noFill/>
          <a:ln>
            <a:noFill/>
          </a:ln>
        </p:spPr>
        <p:txBody>
          <a:bodyPr spcFirstLastPara="1" wrap="square" lIns="94100" tIns="47025" rIns="94100" bIns="470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IN" dirty="0"/>
          </a:p>
        </p:txBody>
      </p:sp>
      <p:sp>
        <p:nvSpPr>
          <p:cNvPr id="15" name="Google Shape;15;p20"/>
          <p:cNvSpPr txBox="1">
            <a:spLocks noGrp="1"/>
          </p:cNvSpPr>
          <p:nvPr>
            <p:ph type="ftr" idx="11"/>
          </p:nvPr>
        </p:nvSpPr>
        <p:spPr>
          <a:xfrm>
            <a:off x="3124200" y="4767264"/>
            <a:ext cx="2895600" cy="273900"/>
          </a:xfrm>
          <a:prstGeom prst="rect">
            <a:avLst/>
          </a:prstGeom>
          <a:noFill/>
          <a:ln>
            <a:noFill/>
          </a:ln>
        </p:spPr>
        <p:txBody>
          <a:bodyPr spcFirstLastPara="1" wrap="square" lIns="94100" tIns="47025" rIns="94100" bIns="470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dirty="0"/>
              <a:t>Department of Computer Science and Engineering</a:t>
            </a:r>
          </a:p>
        </p:txBody>
      </p:sp>
      <p:sp>
        <p:nvSpPr>
          <p:cNvPr id="16" name="Google Shape;16;p20"/>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Times New Roman" panose="02020603050405020304" pitchFamily="18" charset="0"/>
                <a:ea typeface="Calibri" panose="020F0502020204030204"/>
                <a:cs typeface="Times New Roman" panose="02020603050405020304" pitchFamily="18" charset="0"/>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fld id="{00000000-1234-1234-1234-123412341234}"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3"/>
        <p:cNvGrpSpPr/>
        <p:nvPr/>
      </p:nvGrpSpPr>
      <p:grpSpPr>
        <a:xfrm>
          <a:off x="0" y="0"/>
          <a:ext cx="0" cy="0"/>
          <a:chOff x="0" y="0"/>
          <a:chExt cx="0" cy="0"/>
        </a:xfrm>
      </p:grpSpPr>
      <p:sp>
        <p:nvSpPr>
          <p:cNvPr id="34" name="Google Shape;34;p23"/>
          <p:cNvSpPr txBox="1">
            <a:spLocks noGrp="1"/>
          </p:cNvSpPr>
          <p:nvPr>
            <p:ph type="title"/>
          </p:nvPr>
        </p:nvSpPr>
        <p:spPr>
          <a:xfrm>
            <a:off x="457202" y="204788"/>
            <a:ext cx="3008400" cy="871800"/>
          </a:xfrm>
          <a:prstGeom prst="rect">
            <a:avLst/>
          </a:prstGeom>
          <a:noFill/>
          <a:ln>
            <a:noFill/>
          </a:ln>
        </p:spPr>
        <p:txBody>
          <a:bodyPr spcFirstLastPara="1" wrap="square" lIns="94100" tIns="47025" rIns="94100" bIns="47025" anchor="b" anchorCtr="0">
            <a:noAutofit/>
          </a:bodyPr>
          <a:lstStyle>
            <a:lvl1pPr lvl="0" algn="l">
              <a:lnSpc>
                <a:spcPct val="100000"/>
              </a:lnSpc>
              <a:spcBef>
                <a:spcPts val="0"/>
              </a:spcBef>
              <a:spcAft>
                <a:spcPts val="0"/>
              </a:spcAft>
              <a:buClr>
                <a:schemeClr val="dk1"/>
              </a:buClr>
              <a:buSzPts val="9400"/>
              <a:buFont typeface="Calibri" panose="020F0502020204030204"/>
              <a:buNone/>
              <a:defRPr sz="2100" b="1">
                <a:latin typeface="Times New Roman" panose="02020603050405020304" pitchFamily="18" charset="0"/>
                <a:cs typeface="Times New Roman" panose="02020603050405020304" pitchFamily="18"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5" name="Google Shape;35;p23"/>
          <p:cNvSpPr txBox="1">
            <a:spLocks noGrp="1"/>
          </p:cNvSpPr>
          <p:nvPr>
            <p:ph type="body" idx="1"/>
          </p:nvPr>
        </p:nvSpPr>
        <p:spPr>
          <a:xfrm>
            <a:off x="3575051" y="204789"/>
            <a:ext cx="5111700" cy="4389900"/>
          </a:xfrm>
          <a:prstGeom prst="rect">
            <a:avLst/>
          </a:prstGeom>
          <a:noFill/>
          <a:ln>
            <a:noFill/>
          </a:ln>
        </p:spPr>
        <p:txBody>
          <a:bodyPr spcFirstLastPara="1" wrap="square" lIns="94100" tIns="47025" rIns="94100" bIns="47025" anchor="t" anchorCtr="0">
            <a:noAutofit/>
          </a:bodyPr>
          <a:lstStyle>
            <a:lvl1pPr marL="457200" lvl="0" indent="-1187450" algn="l">
              <a:lnSpc>
                <a:spcPct val="100000"/>
              </a:lnSpc>
              <a:spcBef>
                <a:spcPts val="660"/>
              </a:spcBef>
              <a:spcAft>
                <a:spcPts val="0"/>
              </a:spcAft>
              <a:buClr>
                <a:schemeClr val="dk1"/>
              </a:buClr>
              <a:buSzPts val="15100"/>
              <a:buChar char="•"/>
              <a:defRPr sz="3300">
                <a:latin typeface="Times New Roman" panose="02020603050405020304" pitchFamily="18" charset="0"/>
                <a:cs typeface="Times New Roman" panose="02020603050405020304" pitchFamily="18" charset="0"/>
              </a:defRPr>
            </a:lvl1pPr>
            <a:lvl2pPr marL="914400" lvl="1" indent="-1066800" algn="l">
              <a:lnSpc>
                <a:spcPct val="100000"/>
              </a:lnSpc>
              <a:spcBef>
                <a:spcPts val="575"/>
              </a:spcBef>
              <a:spcAft>
                <a:spcPts val="0"/>
              </a:spcAft>
              <a:buClr>
                <a:schemeClr val="dk1"/>
              </a:buClr>
              <a:buSzPts val="13200"/>
              <a:buChar char="–"/>
              <a:defRPr sz="2900"/>
            </a:lvl2pPr>
            <a:lvl3pPr marL="1371600" lvl="2" indent="-946150" algn="l">
              <a:lnSpc>
                <a:spcPct val="100000"/>
              </a:lnSpc>
              <a:spcBef>
                <a:spcPts val="495"/>
              </a:spcBef>
              <a:spcAft>
                <a:spcPts val="0"/>
              </a:spcAft>
              <a:buClr>
                <a:schemeClr val="dk1"/>
              </a:buClr>
              <a:buSzPts val="11300"/>
              <a:buChar char="•"/>
              <a:defRPr sz="2500"/>
            </a:lvl3pPr>
            <a:lvl4pPr marL="1828800" lvl="3" indent="-825500" algn="l">
              <a:lnSpc>
                <a:spcPct val="100000"/>
              </a:lnSpc>
              <a:spcBef>
                <a:spcPts val="410"/>
              </a:spcBef>
              <a:spcAft>
                <a:spcPts val="0"/>
              </a:spcAft>
              <a:buClr>
                <a:schemeClr val="dk1"/>
              </a:buClr>
              <a:buSzPts val="9400"/>
              <a:buChar char="–"/>
              <a:defRPr sz="2100"/>
            </a:lvl4pPr>
            <a:lvl5pPr marL="2286000" lvl="4" indent="-825500" algn="l">
              <a:lnSpc>
                <a:spcPct val="100000"/>
              </a:lnSpc>
              <a:spcBef>
                <a:spcPts val="410"/>
              </a:spcBef>
              <a:spcAft>
                <a:spcPts val="0"/>
              </a:spcAft>
              <a:buClr>
                <a:schemeClr val="dk1"/>
              </a:buClr>
              <a:buSzPts val="9400"/>
              <a:buChar char="»"/>
              <a:defRPr sz="2100"/>
            </a:lvl5pPr>
            <a:lvl6pPr marL="2743200" lvl="5" indent="-825500" algn="l">
              <a:lnSpc>
                <a:spcPct val="100000"/>
              </a:lnSpc>
              <a:spcBef>
                <a:spcPts val="410"/>
              </a:spcBef>
              <a:spcAft>
                <a:spcPts val="0"/>
              </a:spcAft>
              <a:buClr>
                <a:schemeClr val="dk1"/>
              </a:buClr>
              <a:buSzPts val="9400"/>
              <a:buChar char="•"/>
              <a:defRPr sz="2100"/>
            </a:lvl6pPr>
            <a:lvl7pPr marL="3200400" lvl="6" indent="-825500" algn="l">
              <a:lnSpc>
                <a:spcPct val="100000"/>
              </a:lnSpc>
              <a:spcBef>
                <a:spcPts val="410"/>
              </a:spcBef>
              <a:spcAft>
                <a:spcPts val="0"/>
              </a:spcAft>
              <a:buClr>
                <a:schemeClr val="dk1"/>
              </a:buClr>
              <a:buSzPts val="9400"/>
              <a:buChar char="•"/>
              <a:defRPr sz="2100"/>
            </a:lvl7pPr>
            <a:lvl8pPr marL="3657600" lvl="7" indent="-825500" algn="l">
              <a:lnSpc>
                <a:spcPct val="100000"/>
              </a:lnSpc>
              <a:spcBef>
                <a:spcPts val="410"/>
              </a:spcBef>
              <a:spcAft>
                <a:spcPts val="0"/>
              </a:spcAft>
              <a:buClr>
                <a:schemeClr val="dk1"/>
              </a:buClr>
              <a:buSzPts val="9400"/>
              <a:buChar char="•"/>
              <a:defRPr sz="2100"/>
            </a:lvl8pPr>
            <a:lvl9pPr marL="4114800" lvl="8" indent="-825500" algn="l">
              <a:lnSpc>
                <a:spcPct val="100000"/>
              </a:lnSpc>
              <a:spcBef>
                <a:spcPts val="410"/>
              </a:spcBef>
              <a:spcAft>
                <a:spcPts val="0"/>
              </a:spcAft>
              <a:buClr>
                <a:schemeClr val="dk1"/>
              </a:buClr>
              <a:buSzPts val="9400"/>
              <a:buChar char="•"/>
              <a:defRPr sz="2100"/>
            </a:lvl9pPr>
          </a:lstStyle>
          <a:p>
            <a:endParaRPr dirty="0"/>
          </a:p>
        </p:txBody>
      </p:sp>
      <p:sp>
        <p:nvSpPr>
          <p:cNvPr id="36" name="Google Shape;36;p23"/>
          <p:cNvSpPr txBox="1">
            <a:spLocks noGrp="1"/>
          </p:cNvSpPr>
          <p:nvPr>
            <p:ph type="body" idx="2"/>
          </p:nvPr>
        </p:nvSpPr>
        <p:spPr>
          <a:xfrm>
            <a:off x="457202" y="1076326"/>
            <a:ext cx="3008400" cy="3518400"/>
          </a:xfrm>
          <a:prstGeom prst="rect">
            <a:avLst/>
          </a:prstGeom>
          <a:noFill/>
          <a:ln>
            <a:noFill/>
          </a:ln>
        </p:spPr>
        <p:txBody>
          <a:bodyPr spcFirstLastPara="1" wrap="square" lIns="94100" tIns="47025" rIns="94100" bIns="47025" anchor="t" anchorCtr="0">
            <a:noAutofit/>
          </a:bodyPr>
          <a:lstStyle>
            <a:lvl1pPr marL="457200" lvl="0" indent="-228600" algn="l">
              <a:lnSpc>
                <a:spcPct val="100000"/>
              </a:lnSpc>
              <a:spcBef>
                <a:spcPts val="290"/>
              </a:spcBef>
              <a:spcAft>
                <a:spcPts val="0"/>
              </a:spcAft>
              <a:buClr>
                <a:schemeClr val="dk1"/>
              </a:buClr>
              <a:buSzPts val="6600"/>
              <a:buNone/>
              <a:defRPr sz="1400">
                <a:latin typeface="Times New Roman" panose="02020603050405020304" pitchFamily="18" charset="0"/>
                <a:cs typeface="Times New Roman" panose="02020603050405020304" pitchFamily="18" charset="0"/>
              </a:defRPr>
            </a:lvl1pPr>
            <a:lvl2pPr marL="914400" lvl="1" indent="-228600" algn="l">
              <a:lnSpc>
                <a:spcPct val="100000"/>
              </a:lnSpc>
              <a:spcBef>
                <a:spcPts val="245"/>
              </a:spcBef>
              <a:spcAft>
                <a:spcPts val="0"/>
              </a:spcAft>
              <a:buClr>
                <a:schemeClr val="dk1"/>
              </a:buClr>
              <a:buSzPts val="5600"/>
              <a:buNone/>
              <a:defRPr sz="1200"/>
            </a:lvl2pPr>
            <a:lvl3pPr marL="1371600" lvl="2" indent="-228600" algn="l">
              <a:lnSpc>
                <a:spcPct val="100000"/>
              </a:lnSpc>
              <a:spcBef>
                <a:spcPts val="205"/>
              </a:spcBef>
              <a:spcAft>
                <a:spcPts val="0"/>
              </a:spcAft>
              <a:buClr>
                <a:schemeClr val="dk1"/>
              </a:buClr>
              <a:buSzPts val="4700"/>
              <a:buNone/>
              <a:defRPr sz="1000"/>
            </a:lvl3pPr>
            <a:lvl4pPr marL="1828800" lvl="3" indent="-228600" algn="l">
              <a:lnSpc>
                <a:spcPct val="100000"/>
              </a:lnSpc>
              <a:spcBef>
                <a:spcPts val="185"/>
              </a:spcBef>
              <a:spcAft>
                <a:spcPts val="0"/>
              </a:spcAft>
              <a:buClr>
                <a:schemeClr val="dk1"/>
              </a:buClr>
              <a:buSzPts val="4200"/>
              <a:buNone/>
              <a:defRPr sz="900"/>
            </a:lvl4pPr>
            <a:lvl5pPr marL="2286000" lvl="4" indent="-228600" algn="l">
              <a:lnSpc>
                <a:spcPct val="100000"/>
              </a:lnSpc>
              <a:spcBef>
                <a:spcPts val="185"/>
              </a:spcBef>
              <a:spcAft>
                <a:spcPts val="0"/>
              </a:spcAft>
              <a:buClr>
                <a:schemeClr val="dk1"/>
              </a:buClr>
              <a:buSzPts val="4200"/>
              <a:buNone/>
              <a:defRPr sz="900"/>
            </a:lvl5pPr>
            <a:lvl6pPr marL="2743200" lvl="5" indent="-228600" algn="l">
              <a:lnSpc>
                <a:spcPct val="100000"/>
              </a:lnSpc>
              <a:spcBef>
                <a:spcPts val="185"/>
              </a:spcBef>
              <a:spcAft>
                <a:spcPts val="0"/>
              </a:spcAft>
              <a:buClr>
                <a:schemeClr val="dk1"/>
              </a:buClr>
              <a:buSzPts val="4200"/>
              <a:buNone/>
              <a:defRPr sz="900"/>
            </a:lvl6pPr>
            <a:lvl7pPr marL="3200400" lvl="6" indent="-228600" algn="l">
              <a:lnSpc>
                <a:spcPct val="100000"/>
              </a:lnSpc>
              <a:spcBef>
                <a:spcPts val="185"/>
              </a:spcBef>
              <a:spcAft>
                <a:spcPts val="0"/>
              </a:spcAft>
              <a:buClr>
                <a:schemeClr val="dk1"/>
              </a:buClr>
              <a:buSzPts val="4200"/>
              <a:buNone/>
              <a:defRPr sz="900"/>
            </a:lvl7pPr>
            <a:lvl8pPr marL="3657600" lvl="7" indent="-228600" algn="l">
              <a:lnSpc>
                <a:spcPct val="100000"/>
              </a:lnSpc>
              <a:spcBef>
                <a:spcPts val="185"/>
              </a:spcBef>
              <a:spcAft>
                <a:spcPts val="0"/>
              </a:spcAft>
              <a:buClr>
                <a:schemeClr val="dk1"/>
              </a:buClr>
              <a:buSzPts val="4200"/>
              <a:buNone/>
              <a:defRPr sz="900"/>
            </a:lvl8pPr>
            <a:lvl9pPr marL="4114800" lvl="8" indent="-228600" algn="l">
              <a:lnSpc>
                <a:spcPct val="100000"/>
              </a:lnSpc>
              <a:spcBef>
                <a:spcPts val="185"/>
              </a:spcBef>
              <a:spcAft>
                <a:spcPts val="0"/>
              </a:spcAft>
              <a:buClr>
                <a:schemeClr val="dk1"/>
              </a:buClr>
              <a:buSzPts val="4200"/>
              <a:buNone/>
              <a:defRPr sz="900"/>
            </a:lvl9pPr>
          </a:lstStyle>
          <a:p>
            <a:endParaRPr dirty="0"/>
          </a:p>
        </p:txBody>
      </p:sp>
      <p:sp>
        <p:nvSpPr>
          <p:cNvPr id="37" name="Google Shape;37;p23"/>
          <p:cNvSpPr txBox="1">
            <a:spLocks noGrp="1"/>
          </p:cNvSpPr>
          <p:nvPr>
            <p:ph type="dt" idx="10"/>
          </p:nvPr>
        </p:nvSpPr>
        <p:spPr>
          <a:xfrm>
            <a:off x="457200" y="4767264"/>
            <a:ext cx="2133600" cy="273900"/>
          </a:xfrm>
          <a:prstGeom prst="rect">
            <a:avLst/>
          </a:prstGeom>
          <a:noFill/>
          <a:ln>
            <a:noFill/>
          </a:ln>
        </p:spPr>
        <p:txBody>
          <a:bodyPr spcFirstLastPara="1" wrap="square" lIns="94100" tIns="47025" rIns="94100" bIns="47025" anchor="ctr" anchorCtr="0">
            <a:noAutofit/>
          </a:bodyPr>
          <a:lstStyle>
            <a:lvl1pPr lvl="0" algn="l">
              <a:lnSpc>
                <a:spcPct val="100000"/>
              </a:lnSpc>
              <a:spcBef>
                <a:spcPts val="0"/>
              </a:spcBef>
              <a:spcAft>
                <a:spcPts val="0"/>
              </a:spcAft>
              <a:buClr>
                <a:srgbClr val="888888"/>
              </a:buClr>
              <a:buSzPts val="1400"/>
              <a:buFont typeface="Calibri" panose="020F0502020204030204"/>
              <a:buNone/>
              <a:defRPr/>
            </a:lvl1pPr>
            <a:lvl2pPr lvl="1" algn="l">
              <a:lnSpc>
                <a:spcPct val="100000"/>
              </a:lnSpc>
              <a:spcBef>
                <a:spcPts val="0"/>
              </a:spcBef>
              <a:spcAft>
                <a:spcPts val="0"/>
              </a:spcAft>
              <a:buClr>
                <a:schemeClr val="dk1"/>
              </a:buClr>
              <a:buSzPts val="1400"/>
              <a:buFont typeface="Calibri" panose="020F0502020204030204"/>
              <a:buNone/>
              <a:defRPr/>
            </a:lvl2pPr>
            <a:lvl3pPr lvl="2" algn="l">
              <a:lnSpc>
                <a:spcPct val="100000"/>
              </a:lnSpc>
              <a:spcBef>
                <a:spcPts val="0"/>
              </a:spcBef>
              <a:spcAft>
                <a:spcPts val="0"/>
              </a:spcAft>
              <a:buClr>
                <a:schemeClr val="dk1"/>
              </a:buClr>
              <a:buSzPts val="1400"/>
              <a:buFont typeface="Calibri" panose="020F0502020204030204"/>
              <a:buNone/>
              <a:defRPr/>
            </a:lvl3pPr>
            <a:lvl4pPr lvl="3" algn="l">
              <a:lnSpc>
                <a:spcPct val="100000"/>
              </a:lnSpc>
              <a:spcBef>
                <a:spcPts val="0"/>
              </a:spcBef>
              <a:spcAft>
                <a:spcPts val="0"/>
              </a:spcAft>
              <a:buClr>
                <a:schemeClr val="dk1"/>
              </a:buClr>
              <a:buSzPts val="1400"/>
              <a:buFont typeface="Calibri" panose="020F0502020204030204"/>
              <a:buNone/>
              <a:defRPr/>
            </a:lvl4pPr>
            <a:lvl5pPr lvl="4" algn="l">
              <a:lnSpc>
                <a:spcPct val="100000"/>
              </a:lnSpc>
              <a:spcBef>
                <a:spcPts val="0"/>
              </a:spcBef>
              <a:spcAft>
                <a:spcPts val="0"/>
              </a:spcAft>
              <a:buClr>
                <a:schemeClr val="dk1"/>
              </a:buClr>
              <a:buSzPts val="1400"/>
              <a:buFont typeface="Calibri" panose="020F0502020204030204"/>
              <a:buNone/>
              <a:defRPr/>
            </a:lvl5pPr>
            <a:lvl6pPr lvl="5" algn="l">
              <a:lnSpc>
                <a:spcPct val="100000"/>
              </a:lnSpc>
              <a:spcBef>
                <a:spcPts val="0"/>
              </a:spcBef>
              <a:spcAft>
                <a:spcPts val="0"/>
              </a:spcAft>
              <a:buClr>
                <a:schemeClr val="dk1"/>
              </a:buClr>
              <a:buSzPts val="1400"/>
              <a:buFont typeface="Calibri" panose="020F0502020204030204"/>
              <a:buNone/>
              <a:defRPr/>
            </a:lvl6pPr>
            <a:lvl7pPr lvl="6" algn="l">
              <a:lnSpc>
                <a:spcPct val="100000"/>
              </a:lnSpc>
              <a:spcBef>
                <a:spcPts val="0"/>
              </a:spcBef>
              <a:spcAft>
                <a:spcPts val="0"/>
              </a:spcAft>
              <a:buClr>
                <a:schemeClr val="dk1"/>
              </a:buClr>
              <a:buSzPts val="1400"/>
              <a:buFont typeface="Calibri" panose="020F0502020204030204"/>
              <a:buNone/>
              <a:defRPr/>
            </a:lvl7pPr>
            <a:lvl8pPr lvl="7" algn="l">
              <a:lnSpc>
                <a:spcPct val="100000"/>
              </a:lnSpc>
              <a:spcBef>
                <a:spcPts val="0"/>
              </a:spcBef>
              <a:spcAft>
                <a:spcPts val="0"/>
              </a:spcAft>
              <a:buClr>
                <a:schemeClr val="dk1"/>
              </a:buClr>
              <a:buSzPts val="1400"/>
              <a:buFont typeface="Calibri" panose="020F0502020204030204"/>
              <a:buNone/>
              <a:defRPr/>
            </a:lvl8pPr>
            <a:lvl9pPr lvl="8" algn="l">
              <a:lnSpc>
                <a:spcPct val="100000"/>
              </a:lnSpc>
              <a:spcBef>
                <a:spcPts val="0"/>
              </a:spcBef>
              <a:spcAft>
                <a:spcPts val="0"/>
              </a:spcAft>
              <a:buClr>
                <a:schemeClr val="dk1"/>
              </a:buClr>
              <a:buSzPts val="1400"/>
              <a:buFont typeface="Calibri" panose="020F0502020204030204"/>
              <a:buNone/>
              <a:defRPr/>
            </a:lvl9pPr>
          </a:lstStyle>
          <a:p>
            <a:endParaRPr lang="en-IN" dirty="0"/>
          </a:p>
        </p:txBody>
      </p:sp>
      <p:sp>
        <p:nvSpPr>
          <p:cNvPr id="38" name="Google Shape;38;p23"/>
          <p:cNvSpPr txBox="1">
            <a:spLocks noGrp="1"/>
          </p:cNvSpPr>
          <p:nvPr>
            <p:ph type="ftr" idx="11"/>
          </p:nvPr>
        </p:nvSpPr>
        <p:spPr>
          <a:xfrm>
            <a:off x="3124200" y="4767264"/>
            <a:ext cx="2895600" cy="273900"/>
          </a:xfrm>
          <a:prstGeom prst="rect">
            <a:avLst/>
          </a:prstGeom>
          <a:noFill/>
          <a:ln>
            <a:noFill/>
          </a:ln>
        </p:spPr>
        <p:txBody>
          <a:bodyPr spcFirstLastPara="1" wrap="square" lIns="94100" tIns="47025" rIns="94100" bIns="47025" anchor="ctr" anchorCtr="0">
            <a:noAutofit/>
          </a:bodyPr>
          <a:lstStyle>
            <a:lvl1pPr lvl="0" algn="ctr">
              <a:lnSpc>
                <a:spcPct val="100000"/>
              </a:lnSpc>
              <a:spcBef>
                <a:spcPts val="0"/>
              </a:spcBef>
              <a:spcAft>
                <a:spcPts val="0"/>
              </a:spcAft>
              <a:buClr>
                <a:srgbClr val="888888"/>
              </a:buClr>
              <a:buSzPts val="1400"/>
              <a:buFont typeface="Calibri" panose="020F0502020204030204"/>
              <a:buNone/>
              <a:defRPr/>
            </a:lvl1pPr>
            <a:lvl2pPr lvl="1" algn="l">
              <a:lnSpc>
                <a:spcPct val="100000"/>
              </a:lnSpc>
              <a:spcBef>
                <a:spcPts val="0"/>
              </a:spcBef>
              <a:spcAft>
                <a:spcPts val="0"/>
              </a:spcAft>
              <a:buClr>
                <a:schemeClr val="dk1"/>
              </a:buClr>
              <a:buSzPts val="1400"/>
              <a:buFont typeface="Calibri" panose="020F0502020204030204"/>
              <a:buNone/>
              <a:defRPr/>
            </a:lvl2pPr>
            <a:lvl3pPr lvl="2" algn="l">
              <a:lnSpc>
                <a:spcPct val="100000"/>
              </a:lnSpc>
              <a:spcBef>
                <a:spcPts val="0"/>
              </a:spcBef>
              <a:spcAft>
                <a:spcPts val="0"/>
              </a:spcAft>
              <a:buClr>
                <a:schemeClr val="dk1"/>
              </a:buClr>
              <a:buSzPts val="1400"/>
              <a:buFont typeface="Calibri" panose="020F0502020204030204"/>
              <a:buNone/>
              <a:defRPr/>
            </a:lvl3pPr>
            <a:lvl4pPr lvl="3" algn="l">
              <a:lnSpc>
                <a:spcPct val="100000"/>
              </a:lnSpc>
              <a:spcBef>
                <a:spcPts val="0"/>
              </a:spcBef>
              <a:spcAft>
                <a:spcPts val="0"/>
              </a:spcAft>
              <a:buClr>
                <a:schemeClr val="dk1"/>
              </a:buClr>
              <a:buSzPts val="1400"/>
              <a:buFont typeface="Calibri" panose="020F0502020204030204"/>
              <a:buNone/>
              <a:defRPr/>
            </a:lvl4pPr>
            <a:lvl5pPr lvl="4" algn="l">
              <a:lnSpc>
                <a:spcPct val="100000"/>
              </a:lnSpc>
              <a:spcBef>
                <a:spcPts val="0"/>
              </a:spcBef>
              <a:spcAft>
                <a:spcPts val="0"/>
              </a:spcAft>
              <a:buClr>
                <a:schemeClr val="dk1"/>
              </a:buClr>
              <a:buSzPts val="1400"/>
              <a:buFont typeface="Calibri" panose="020F0502020204030204"/>
              <a:buNone/>
              <a:defRPr/>
            </a:lvl5pPr>
            <a:lvl6pPr lvl="5" algn="l">
              <a:lnSpc>
                <a:spcPct val="100000"/>
              </a:lnSpc>
              <a:spcBef>
                <a:spcPts val="0"/>
              </a:spcBef>
              <a:spcAft>
                <a:spcPts val="0"/>
              </a:spcAft>
              <a:buClr>
                <a:schemeClr val="dk1"/>
              </a:buClr>
              <a:buSzPts val="1400"/>
              <a:buFont typeface="Calibri" panose="020F0502020204030204"/>
              <a:buNone/>
              <a:defRPr/>
            </a:lvl6pPr>
            <a:lvl7pPr lvl="6" algn="l">
              <a:lnSpc>
                <a:spcPct val="100000"/>
              </a:lnSpc>
              <a:spcBef>
                <a:spcPts val="0"/>
              </a:spcBef>
              <a:spcAft>
                <a:spcPts val="0"/>
              </a:spcAft>
              <a:buClr>
                <a:schemeClr val="dk1"/>
              </a:buClr>
              <a:buSzPts val="1400"/>
              <a:buFont typeface="Calibri" panose="020F0502020204030204"/>
              <a:buNone/>
              <a:defRPr/>
            </a:lvl7pPr>
            <a:lvl8pPr lvl="7" algn="l">
              <a:lnSpc>
                <a:spcPct val="100000"/>
              </a:lnSpc>
              <a:spcBef>
                <a:spcPts val="0"/>
              </a:spcBef>
              <a:spcAft>
                <a:spcPts val="0"/>
              </a:spcAft>
              <a:buClr>
                <a:schemeClr val="dk1"/>
              </a:buClr>
              <a:buSzPts val="1400"/>
              <a:buFont typeface="Calibri" panose="020F0502020204030204"/>
              <a:buNone/>
              <a:defRPr/>
            </a:lvl8pPr>
            <a:lvl9pPr lvl="8" algn="l">
              <a:lnSpc>
                <a:spcPct val="100000"/>
              </a:lnSpc>
              <a:spcBef>
                <a:spcPts val="0"/>
              </a:spcBef>
              <a:spcAft>
                <a:spcPts val="0"/>
              </a:spcAft>
              <a:buClr>
                <a:schemeClr val="dk1"/>
              </a:buClr>
              <a:buSzPts val="1400"/>
              <a:buFont typeface="Calibri" panose="020F0502020204030204"/>
              <a:buNone/>
              <a:defRPr/>
            </a:lvl9pPr>
          </a:lstStyle>
          <a:p>
            <a:r>
              <a:rPr lang="en-US" dirty="0"/>
              <a:t>Department of Computer Science and Engineering</a:t>
            </a:r>
          </a:p>
        </p:txBody>
      </p:sp>
      <p:sp>
        <p:nvSpPr>
          <p:cNvPr id="39" name="Google Shape;39;p23"/>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lvl1pPr marL="0" marR="0" lvl="0"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Times New Roman" panose="02020603050405020304" pitchFamily="18" charset="0"/>
                <a:ea typeface="Calibri" panose="020F0502020204030204"/>
                <a:cs typeface="Times New Roman" panose="02020603050405020304" pitchFamily="18" charset="0"/>
                <a:sym typeface="Calibri" panose="020F0502020204030204"/>
              </a:defRPr>
            </a:lvl1pPr>
            <a:lvl2pPr marL="0" marR="0" lvl="1"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fld id="{00000000-1234-1234-1234-123412341234}"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0"/>
        <p:cNvGrpSpPr/>
        <p:nvPr/>
      </p:nvGrpSpPr>
      <p:grpSpPr>
        <a:xfrm>
          <a:off x="0" y="0"/>
          <a:ext cx="0" cy="0"/>
          <a:chOff x="0" y="0"/>
          <a:chExt cx="0" cy="0"/>
        </a:xfrm>
      </p:grpSpPr>
      <p:sp>
        <p:nvSpPr>
          <p:cNvPr id="41" name="Google Shape;41;p24"/>
          <p:cNvSpPr txBox="1">
            <a:spLocks noGrp="1"/>
          </p:cNvSpPr>
          <p:nvPr>
            <p:ph type="title"/>
          </p:nvPr>
        </p:nvSpPr>
        <p:spPr>
          <a:xfrm>
            <a:off x="1792289" y="3600452"/>
            <a:ext cx="5486400" cy="425100"/>
          </a:xfrm>
          <a:prstGeom prst="rect">
            <a:avLst/>
          </a:prstGeom>
          <a:noFill/>
          <a:ln>
            <a:noFill/>
          </a:ln>
        </p:spPr>
        <p:txBody>
          <a:bodyPr spcFirstLastPara="1" wrap="square" lIns="94100" tIns="47025" rIns="94100" bIns="47025" anchor="b" anchorCtr="0">
            <a:noAutofit/>
          </a:bodyPr>
          <a:lstStyle>
            <a:lvl1pPr lvl="0" algn="l">
              <a:lnSpc>
                <a:spcPct val="100000"/>
              </a:lnSpc>
              <a:spcBef>
                <a:spcPts val="0"/>
              </a:spcBef>
              <a:spcAft>
                <a:spcPts val="0"/>
              </a:spcAft>
              <a:buClr>
                <a:schemeClr val="dk1"/>
              </a:buClr>
              <a:buSzPts val="9400"/>
              <a:buFont typeface="Calibri" panose="020F0502020204030204"/>
              <a:buNone/>
              <a:defRPr sz="2100" b="1">
                <a:latin typeface="Times New Roman" panose="02020603050405020304" pitchFamily="18" charset="0"/>
                <a:cs typeface="Times New Roman" panose="02020603050405020304" pitchFamily="18"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42" name="Google Shape;42;p24"/>
          <p:cNvSpPr>
            <a:spLocks noGrp="1"/>
          </p:cNvSpPr>
          <p:nvPr>
            <p:ph type="pic" idx="2"/>
          </p:nvPr>
        </p:nvSpPr>
        <p:spPr>
          <a:xfrm>
            <a:off x="1792289" y="459581"/>
            <a:ext cx="5486400" cy="3086100"/>
          </a:xfrm>
          <a:prstGeom prst="rect">
            <a:avLst/>
          </a:prstGeom>
          <a:noFill/>
          <a:ln>
            <a:noFill/>
          </a:ln>
        </p:spPr>
      </p:sp>
      <p:sp>
        <p:nvSpPr>
          <p:cNvPr id="43" name="Google Shape;43;p24"/>
          <p:cNvSpPr txBox="1">
            <a:spLocks noGrp="1"/>
          </p:cNvSpPr>
          <p:nvPr>
            <p:ph type="body" idx="1"/>
          </p:nvPr>
        </p:nvSpPr>
        <p:spPr>
          <a:xfrm>
            <a:off x="1792289" y="4025505"/>
            <a:ext cx="5486400" cy="603600"/>
          </a:xfrm>
          <a:prstGeom prst="rect">
            <a:avLst/>
          </a:prstGeom>
          <a:noFill/>
          <a:ln>
            <a:noFill/>
          </a:ln>
        </p:spPr>
        <p:txBody>
          <a:bodyPr spcFirstLastPara="1" wrap="square" lIns="94100" tIns="47025" rIns="94100" bIns="47025" anchor="t" anchorCtr="0">
            <a:noAutofit/>
          </a:bodyPr>
          <a:lstStyle>
            <a:lvl1pPr marL="457200" lvl="0" indent="-228600" algn="l">
              <a:lnSpc>
                <a:spcPct val="100000"/>
              </a:lnSpc>
              <a:spcBef>
                <a:spcPts val="290"/>
              </a:spcBef>
              <a:spcAft>
                <a:spcPts val="0"/>
              </a:spcAft>
              <a:buClr>
                <a:schemeClr val="dk1"/>
              </a:buClr>
              <a:buSzPts val="6600"/>
              <a:buNone/>
              <a:defRPr sz="1400">
                <a:latin typeface="Times New Roman" panose="02020603050405020304" pitchFamily="18" charset="0"/>
                <a:cs typeface="Times New Roman" panose="02020603050405020304" pitchFamily="18" charset="0"/>
              </a:defRPr>
            </a:lvl1pPr>
            <a:lvl2pPr marL="914400" lvl="1" indent="-228600" algn="l">
              <a:lnSpc>
                <a:spcPct val="100000"/>
              </a:lnSpc>
              <a:spcBef>
                <a:spcPts val="245"/>
              </a:spcBef>
              <a:spcAft>
                <a:spcPts val="0"/>
              </a:spcAft>
              <a:buClr>
                <a:schemeClr val="dk1"/>
              </a:buClr>
              <a:buSzPts val="5600"/>
              <a:buNone/>
              <a:defRPr sz="1200"/>
            </a:lvl2pPr>
            <a:lvl3pPr marL="1371600" lvl="2" indent="-228600" algn="l">
              <a:lnSpc>
                <a:spcPct val="100000"/>
              </a:lnSpc>
              <a:spcBef>
                <a:spcPts val="205"/>
              </a:spcBef>
              <a:spcAft>
                <a:spcPts val="0"/>
              </a:spcAft>
              <a:buClr>
                <a:schemeClr val="dk1"/>
              </a:buClr>
              <a:buSzPts val="4700"/>
              <a:buNone/>
              <a:defRPr sz="1000"/>
            </a:lvl3pPr>
            <a:lvl4pPr marL="1828800" lvl="3" indent="-228600" algn="l">
              <a:lnSpc>
                <a:spcPct val="100000"/>
              </a:lnSpc>
              <a:spcBef>
                <a:spcPts val="185"/>
              </a:spcBef>
              <a:spcAft>
                <a:spcPts val="0"/>
              </a:spcAft>
              <a:buClr>
                <a:schemeClr val="dk1"/>
              </a:buClr>
              <a:buSzPts val="4200"/>
              <a:buNone/>
              <a:defRPr sz="900"/>
            </a:lvl4pPr>
            <a:lvl5pPr marL="2286000" lvl="4" indent="-228600" algn="l">
              <a:lnSpc>
                <a:spcPct val="100000"/>
              </a:lnSpc>
              <a:spcBef>
                <a:spcPts val="185"/>
              </a:spcBef>
              <a:spcAft>
                <a:spcPts val="0"/>
              </a:spcAft>
              <a:buClr>
                <a:schemeClr val="dk1"/>
              </a:buClr>
              <a:buSzPts val="4200"/>
              <a:buNone/>
              <a:defRPr sz="900"/>
            </a:lvl5pPr>
            <a:lvl6pPr marL="2743200" lvl="5" indent="-228600" algn="l">
              <a:lnSpc>
                <a:spcPct val="100000"/>
              </a:lnSpc>
              <a:spcBef>
                <a:spcPts val="185"/>
              </a:spcBef>
              <a:spcAft>
                <a:spcPts val="0"/>
              </a:spcAft>
              <a:buClr>
                <a:schemeClr val="dk1"/>
              </a:buClr>
              <a:buSzPts val="4200"/>
              <a:buNone/>
              <a:defRPr sz="900"/>
            </a:lvl6pPr>
            <a:lvl7pPr marL="3200400" lvl="6" indent="-228600" algn="l">
              <a:lnSpc>
                <a:spcPct val="100000"/>
              </a:lnSpc>
              <a:spcBef>
                <a:spcPts val="185"/>
              </a:spcBef>
              <a:spcAft>
                <a:spcPts val="0"/>
              </a:spcAft>
              <a:buClr>
                <a:schemeClr val="dk1"/>
              </a:buClr>
              <a:buSzPts val="4200"/>
              <a:buNone/>
              <a:defRPr sz="900"/>
            </a:lvl7pPr>
            <a:lvl8pPr marL="3657600" lvl="7" indent="-228600" algn="l">
              <a:lnSpc>
                <a:spcPct val="100000"/>
              </a:lnSpc>
              <a:spcBef>
                <a:spcPts val="185"/>
              </a:spcBef>
              <a:spcAft>
                <a:spcPts val="0"/>
              </a:spcAft>
              <a:buClr>
                <a:schemeClr val="dk1"/>
              </a:buClr>
              <a:buSzPts val="4200"/>
              <a:buNone/>
              <a:defRPr sz="900"/>
            </a:lvl8pPr>
            <a:lvl9pPr marL="4114800" lvl="8" indent="-228600" algn="l">
              <a:lnSpc>
                <a:spcPct val="100000"/>
              </a:lnSpc>
              <a:spcBef>
                <a:spcPts val="185"/>
              </a:spcBef>
              <a:spcAft>
                <a:spcPts val="0"/>
              </a:spcAft>
              <a:buClr>
                <a:schemeClr val="dk1"/>
              </a:buClr>
              <a:buSzPts val="4200"/>
              <a:buNone/>
              <a:defRPr sz="900"/>
            </a:lvl9pPr>
          </a:lstStyle>
          <a:p>
            <a:endParaRPr dirty="0"/>
          </a:p>
        </p:txBody>
      </p:sp>
      <p:sp>
        <p:nvSpPr>
          <p:cNvPr id="44" name="Google Shape;44;p24"/>
          <p:cNvSpPr txBox="1">
            <a:spLocks noGrp="1"/>
          </p:cNvSpPr>
          <p:nvPr>
            <p:ph type="dt" idx="10"/>
          </p:nvPr>
        </p:nvSpPr>
        <p:spPr>
          <a:xfrm>
            <a:off x="457200" y="4767264"/>
            <a:ext cx="2133600" cy="273900"/>
          </a:xfrm>
          <a:prstGeom prst="rect">
            <a:avLst/>
          </a:prstGeom>
          <a:noFill/>
          <a:ln>
            <a:noFill/>
          </a:ln>
        </p:spPr>
        <p:txBody>
          <a:bodyPr spcFirstLastPara="1" wrap="square" lIns="94100" tIns="47025" rIns="94100" bIns="47025" anchor="ctr" anchorCtr="0">
            <a:noAutofit/>
          </a:bodyPr>
          <a:lstStyle>
            <a:lvl1pPr lvl="0" algn="l">
              <a:lnSpc>
                <a:spcPct val="100000"/>
              </a:lnSpc>
              <a:spcBef>
                <a:spcPts val="0"/>
              </a:spcBef>
              <a:spcAft>
                <a:spcPts val="0"/>
              </a:spcAft>
              <a:buClr>
                <a:srgbClr val="888888"/>
              </a:buClr>
              <a:buSzPts val="1400"/>
              <a:buFont typeface="Calibri" panose="020F0502020204030204"/>
              <a:buNone/>
              <a:defRPr/>
            </a:lvl1pPr>
            <a:lvl2pPr lvl="1" algn="l">
              <a:lnSpc>
                <a:spcPct val="100000"/>
              </a:lnSpc>
              <a:spcBef>
                <a:spcPts val="0"/>
              </a:spcBef>
              <a:spcAft>
                <a:spcPts val="0"/>
              </a:spcAft>
              <a:buClr>
                <a:schemeClr val="dk1"/>
              </a:buClr>
              <a:buSzPts val="1400"/>
              <a:buFont typeface="Calibri" panose="020F0502020204030204"/>
              <a:buNone/>
              <a:defRPr/>
            </a:lvl2pPr>
            <a:lvl3pPr lvl="2" algn="l">
              <a:lnSpc>
                <a:spcPct val="100000"/>
              </a:lnSpc>
              <a:spcBef>
                <a:spcPts val="0"/>
              </a:spcBef>
              <a:spcAft>
                <a:spcPts val="0"/>
              </a:spcAft>
              <a:buClr>
                <a:schemeClr val="dk1"/>
              </a:buClr>
              <a:buSzPts val="1400"/>
              <a:buFont typeface="Calibri" panose="020F0502020204030204"/>
              <a:buNone/>
              <a:defRPr/>
            </a:lvl3pPr>
            <a:lvl4pPr lvl="3" algn="l">
              <a:lnSpc>
                <a:spcPct val="100000"/>
              </a:lnSpc>
              <a:spcBef>
                <a:spcPts val="0"/>
              </a:spcBef>
              <a:spcAft>
                <a:spcPts val="0"/>
              </a:spcAft>
              <a:buClr>
                <a:schemeClr val="dk1"/>
              </a:buClr>
              <a:buSzPts val="1400"/>
              <a:buFont typeface="Calibri" panose="020F0502020204030204"/>
              <a:buNone/>
              <a:defRPr/>
            </a:lvl4pPr>
            <a:lvl5pPr lvl="4" algn="l">
              <a:lnSpc>
                <a:spcPct val="100000"/>
              </a:lnSpc>
              <a:spcBef>
                <a:spcPts val="0"/>
              </a:spcBef>
              <a:spcAft>
                <a:spcPts val="0"/>
              </a:spcAft>
              <a:buClr>
                <a:schemeClr val="dk1"/>
              </a:buClr>
              <a:buSzPts val="1400"/>
              <a:buFont typeface="Calibri" panose="020F0502020204030204"/>
              <a:buNone/>
              <a:defRPr/>
            </a:lvl5pPr>
            <a:lvl6pPr lvl="5" algn="l">
              <a:lnSpc>
                <a:spcPct val="100000"/>
              </a:lnSpc>
              <a:spcBef>
                <a:spcPts val="0"/>
              </a:spcBef>
              <a:spcAft>
                <a:spcPts val="0"/>
              </a:spcAft>
              <a:buClr>
                <a:schemeClr val="dk1"/>
              </a:buClr>
              <a:buSzPts val="1400"/>
              <a:buFont typeface="Calibri" panose="020F0502020204030204"/>
              <a:buNone/>
              <a:defRPr/>
            </a:lvl6pPr>
            <a:lvl7pPr lvl="6" algn="l">
              <a:lnSpc>
                <a:spcPct val="100000"/>
              </a:lnSpc>
              <a:spcBef>
                <a:spcPts val="0"/>
              </a:spcBef>
              <a:spcAft>
                <a:spcPts val="0"/>
              </a:spcAft>
              <a:buClr>
                <a:schemeClr val="dk1"/>
              </a:buClr>
              <a:buSzPts val="1400"/>
              <a:buFont typeface="Calibri" panose="020F0502020204030204"/>
              <a:buNone/>
              <a:defRPr/>
            </a:lvl7pPr>
            <a:lvl8pPr lvl="7" algn="l">
              <a:lnSpc>
                <a:spcPct val="100000"/>
              </a:lnSpc>
              <a:spcBef>
                <a:spcPts val="0"/>
              </a:spcBef>
              <a:spcAft>
                <a:spcPts val="0"/>
              </a:spcAft>
              <a:buClr>
                <a:schemeClr val="dk1"/>
              </a:buClr>
              <a:buSzPts val="1400"/>
              <a:buFont typeface="Calibri" panose="020F0502020204030204"/>
              <a:buNone/>
              <a:defRPr/>
            </a:lvl8pPr>
            <a:lvl9pPr lvl="8" algn="l">
              <a:lnSpc>
                <a:spcPct val="100000"/>
              </a:lnSpc>
              <a:spcBef>
                <a:spcPts val="0"/>
              </a:spcBef>
              <a:spcAft>
                <a:spcPts val="0"/>
              </a:spcAft>
              <a:buClr>
                <a:schemeClr val="dk1"/>
              </a:buClr>
              <a:buSzPts val="1400"/>
              <a:buFont typeface="Calibri" panose="020F0502020204030204"/>
              <a:buNone/>
              <a:defRPr/>
            </a:lvl9pPr>
          </a:lstStyle>
          <a:p>
            <a:endParaRPr lang="en-IN" dirty="0"/>
          </a:p>
        </p:txBody>
      </p:sp>
      <p:sp>
        <p:nvSpPr>
          <p:cNvPr id="45" name="Google Shape;45;p24"/>
          <p:cNvSpPr txBox="1">
            <a:spLocks noGrp="1"/>
          </p:cNvSpPr>
          <p:nvPr>
            <p:ph type="ftr" idx="11"/>
          </p:nvPr>
        </p:nvSpPr>
        <p:spPr>
          <a:xfrm>
            <a:off x="3124200" y="4767264"/>
            <a:ext cx="2895600" cy="273900"/>
          </a:xfrm>
          <a:prstGeom prst="rect">
            <a:avLst/>
          </a:prstGeom>
          <a:noFill/>
          <a:ln>
            <a:noFill/>
          </a:ln>
        </p:spPr>
        <p:txBody>
          <a:bodyPr spcFirstLastPara="1" wrap="square" lIns="94100" tIns="47025" rIns="94100" bIns="47025" anchor="ctr" anchorCtr="0">
            <a:noAutofit/>
          </a:bodyPr>
          <a:lstStyle>
            <a:lvl1pPr lvl="0" algn="ctr">
              <a:lnSpc>
                <a:spcPct val="100000"/>
              </a:lnSpc>
              <a:spcBef>
                <a:spcPts val="0"/>
              </a:spcBef>
              <a:spcAft>
                <a:spcPts val="0"/>
              </a:spcAft>
              <a:buClr>
                <a:srgbClr val="888888"/>
              </a:buClr>
              <a:buSzPts val="1400"/>
              <a:buFont typeface="Calibri" panose="020F0502020204030204"/>
              <a:buNone/>
              <a:defRPr/>
            </a:lvl1pPr>
            <a:lvl2pPr lvl="1" algn="l">
              <a:lnSpc>
                <a:spcPct val="100000"/>
              </a:lnSpc>
              <a:spcBef>
                <a:spcPts val="0"/>
              </a:spcBef>
              <a:spcAft>
                <a:spcPts val="0"/>
              </a:spcAft>
              <a:buClr>
                <a:schemeClr val="dk1"/>
              </a:buClr>
              <a:buSzPts val="1400"/>
              <a:buFont typeface="Calibri" panose="020F0502020204030204"/>
              <a:buNone/>
              <a:defRPr/>
            </a:lvl2pPr>
            <a:lvl3pPr lvl="2" algn="l">
              <a:lnSpc>
                <a:spcPct val="100000"/>
              </a:lnSpc>
              <a:spcBef>
                <a:spcPts val="0"/>
              </a:spcBef>
              <a:spcAft>
                <a:spcPts val="0"/>
              </a:spcAft>
              <a:buClr>
                <a:schemeClr val="dk1"/>
              </a:buClr>
              <a:buSzPts val="1400"/>
              <a:buFont typeface="Calibri" panose="020F0502020204030204"/>
              <a:buNone/>
              <a:defRPr/>
            </a:lvl3pPr>
            <a:lvl4pPr lvl="3" algn="l">
              <a:lnSpc>
                <a:spcPct val="100000"/>
              </a:lnSpc>
              <a:spcBef>
                <a:spcPts val="0"/>
              </a:spcBef>
              <a:spcAft>
                <a:spcPts val="0"/>
              </a:spcAft>
              <a:buClr>
                <a:schemeClr val="dk1"/>
              </a:buClr>
              <a:buSzPts val="1400"/>
              <a:buFont typeface="Calibri" panose="020F0502020204030204"/>
              <a:buNone/>
              <a:defRPr/>
            </a:lvl4pPr>
            <a:lvl5pPr lvl="4" algn="l">
              <a:lnSpc>
                <a:spcPct val="100000"/>
              </a:lnSpc>
              <a:spcBef>
                <a:spcPts val="0"/>
              </a:spcBef>
              <a:spcAft>
                <a:spcPts val="0"/>
              </a:spcAft>
              <a:buClr>
                <a:schemeClr val="dk1"/>
              </a:buClr>
              <a:buSzPts val="1400"/>
              <a:buFont typeface="Calibri" panose="020F0502020204030204"/>
              <a:buNone/>
              <a:defRPr/>
            </a:lvl5pPr>
            <a:lvl6pPr lvl="5" algn="l">
              <a:lnSpc>
                <a:spcPct val="100000"/>
              </a:lnSpc>
              <a:spcBef>
                <a:spcPts val="0"/>
              </a:spcBef>
              <a:spcAft>
                <a:spcPts val="0"/>
              </a:spcAft>
              <a:buClr>
                <a:schemeClr val="dk1"/>
              </a:buClr>
              <a:buSzPts val="1400"/>
              <a:buFont typeface="Calibri" panose="020F0502020204030204"/>
              <a:buNone/>
              <a:defRPr/>
            </a:lvl6pPr>
            <a:lvl7pPr lvl="6" algn="l">
              <a:lnSpc>
                <a:spcPct val="100000"/>
              </a:lnSpc>
              <a:spcBef>
                <a:spcPts val="0"/>
              </a:spcBef>
              <a:spcAft>
                <a:spcPts val="0"/>
              </a:spcAft>
              <a:buClr>
                <a:schemeClr val="dk1"/>
              </a:buClr>
              <a:buSzPts val="1400"/>
              <a:buFont typeface="Calibri" panose="020F0502020204030204"/>
              <a:buNone/>
              <a:defRPr/>
            </a:lvl7pPr>
            <a:lvl8pPr lvl="7" algn="l">
              <a:lnSpc>
                <a:spcPct val="100000"/>
              </a:lnSpc>
              <a:spcBef>
                <a:spcPts val="0"/>
              </a:spcBef>
              <a:spcAft>
                <a:spcPts val="0"/>
              </a:spcAft>
              <a:buClr>
                <a:schemeClr val="dk1"/>
              </a:buClr>
              <a:buSzPts val="1400"/>
              <a:buFont typeface="Calibri" panose="020F0502020204030204"/>
              <a:buNone/>
              <a:defRPr/>
            </a:lvl8pPr>
            <a:lvl9pPr lvl="8" algn="l">
              <a:lnSpc>
                <a:spcPct val="100000"/>
              </a:lnSpc>
              <a:spcBef>
                <a:spcPts val="0"/>
              </a:spcBef>
              <a:spcAft>
                <a:spcPts val="0"/>
              </a:spcAft>
              <a:buClr>
                <a:schemeClr val="dk1"/>
              </a:buClr>
              <a:buSzPts val="1400"/>
              <a:buFont typeface="Calibri" panose="020F0502020204030204"/>
              <a:buNone/>
              <a:defRPr/>
            </a:lvl9pPr>
          </a:lstStyle>
          <a:p>
            <a:r>
              <a:rPr lang="en-US" dirty="0"/>
              <a:t>Department of Computer Science and Engineering</a:t>
            </a:r>
          </a:p>
        </p:txBody>
      </p:sp>
      <p:sp>
        <p:nvSpPr>
          <p:cNvPr id="46" name="Google Shape;46;p24"/>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lvl1pPr marL="0" marR="0" lvl="0"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Times New Roman" panose="02020603050405020304" pitchFamily="18" charset="0"/>
                <a:ea typeface="Calibri" panose="020F0502020204030204"/>
                <a:cs typeface="Times New Roman" panose="02020603050405020304" pitchFamily="18" charset="0"/>
                <a:sym typeface="Calibri" panose="020F0502020204030204"/>
              </a:defRPr>
            </a:lvl1pPr>
            <a:lvl2pPr marL="0" marR="0" lvl="1"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fld id="{00000000-1234-1234-1234-123412341234}"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7"/>
        <p:cNvGrpSpPr/>
        <p:nvPr/>
      </p:nvGrpSpPr>
      <p:grpSpPr>
        <a:xfrm>
          <a:off x="0" y="0"/>
          <a:ext cx="0" cy="0"/>
          <a:chOff x="0" y="0"/>
          <a:chExt cx="0" cy="0"/>
        </a:xfrm>
      </p:grpSpPr>
      <p:sp>
        <p:nvSpPr>
          <p:cNvPr id="48" name="Google Shape;48;p25"/>
          <p:cNvSpPr txBox="1">
            <a:spLocks noGrp="1"/>
          </p:cNvSpPr>
          <p:nvPr>
            <p:ph type="title"/>
          </p:nvPr>
        </p:nvSpPr>
        <p:spPr>
          <a:xfrm>
            <a:off x="457200" y="205978"/>
            <a:ext cx="8229600" cy="857400"/>
          </a:xfrm>
          <a:prstGeom prst="rect">
            <a:avLst/>
          </a:prstGeom>
          <a:noFill/>
          <a:ln>
            <a:noFill/>
          </a:ln>
        </p:spPr>
        <p:txBody>
          <a:bodyPr spcFirstLastPara="1" wrap="square" lIns="94100" tIns="47025" rIns="94100" bIns="47025" anchor="ctr" anchorCtr="0">
            <a:noAutofit/>
          </a:bodyPr>
          <a:lstStyle>
            <a:lvl1pPr lvl="0" algn="ctr">
              <a:lnSpc>
                <a:spcPct val="100000"/>
              </a:lnSpc>
              <a:spcBef>
                <a:spcPts val="0"/>
              </a:spcBef>
              <a:spcAft>
                <a:spcPts val="0"/>
              </a:spcAft>
              <a:buClr>
                <a:schemeClr val="dk1"/>
              </a:buClr>
              <a:buSzPts val="1800"/>
              <a:buNone/>
              <a:defRPr>
                <a:latin typeface="Times New Roman" panose="02020603050405020304" pitchFamily="18" charset="0"/>
                <a:cs typeface="Times New Roman" panose="02020603050405020304" pitchFamily="18"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49" name="Google Shape;49;p25"/>
          <p:cNvSpPr txBox="1">
            <a:spLocks noGrp="1"/>
          </p:cNvSpPr>
          <p:nvPr>
            <p:ph type="body" idx="1"/>
          </p:nvPr>
        </p:nvSpPr>
        <p:spPr>
          <a:xfrm rot="5400000">
            <a:off x="2874751" y="-1217399"/>
            <a:ext cx="3394500" cy="8229600"/>
          </a:xfrm>
          <a:prstGeom prst="rect">
            <a:avLst/>
          </a:prstGeom>
          <a:noFill/>
          <a:ln>
            <a:noFill/>
          </a:ln>
        </p:spPr>
        <p:txBody>
          <a:bodyPr spcFirstLastPara="1" wrap="square" lIns="94100" tIns="47025" rIns="94100" bIns="47025" anchor="t" anchorCtr="0">
            <a:noAutofit/>
          </a:bodyPr>
          <a:lstStyle>
            <a:lvl1pPr marL="457200" lvl="0" indent="-342900" algn="l">
              <a:lnSpc>
                <a:spcPct val="100000"/>
              </a:lnSpc>
              <a:spcBef>
                <a:spcPts val="80"/>
              </a:spcBef>
              <a:spcAft>
                <a:spcPts val="0"/>
              </a:spcAft>
              <a:buClr>
                <a:schemeClr val="dk1"/>
              </a:buClr>
              <a:buSzPts val="1800"/>
              <a:buChar char="•"/>
              <a:defRPr>
                <a:latin typeface="Times New Roman" panose="02020603050405020304" pitchFamily="18" charset="0"/>
                <a:cs typeface="Times New Roman" panose="02020603050405020304" pitchFamily="18" charset="0"/>
              </a:defRPr>
            </a:lvl1pPr>
            <a:lvl2pPr marL="914400" lvl="1" indent="-342900" algn="l">
              <a:lnSpc>
                <a:spcPct val="100000"/>
              </a:lnSpc>
              <a:spcBef>
                <a:spcPts val="80"/>
              </a:spcBef>
              <a:spcAft>
                <a:spcPts val="0"/>
              </a:spcAft>
              <a:buClr>
                <a:schemeClr val="dk1"/>
              </a:buClr>
              <a:buSzPts val="1800"/>
              <a:buChar char="–"/>
              <a:defRPr/>
            </a:lvl2pPr>
            <a:lvl3pPr marL="1371600" lvl="2" indent="-342900" algn="l">
              <a:lnSpc>
                <a:spcPct val="100000"/>
              </a:lnSpc>
              <a:spcBef>
                <a:spcPts val="80"/>
              </a:spcBef>
              <a:spcAft>
                <a:spcPts val="0"/>
              </a:spcAft>
              <a:buClr>
                <a:schemeClr val="dk1"/>
              </a:buClr>
              <a:buSzPts val="1800"/>
              <a:buChar char="•"/>
              <a:defRPr/>
            </a:lvl3pPr>
            <a:lvl4pPr marL="1828800" lvl="3" indent="-342900" algn="l">
              <a:lnSpc>
                <a:spcPct val="100000"/>
              </a:lnSpc>
              <a:spcBef>
                <a:spcPts val="80"/>
              </a:spcBef>
              <a:spcAft>
                <a:spcPts val="0"/>
              </a:spcAft>
              <a:buClr>
                <a:schemeClr val="dk1"/>
              </a:buClr>
              <a:buSzPts val="1800"/>
              <a:buChar char="–"/>
              <a:defRPr/>
            </a:lvl4pPr>
            <a:lvl5pPr marL="2286000" lvl="4" indent="-342900" algn="l">
              <a:lnSpc>
                <a:spcPct val="100000"/>
              </a:lnSpc>
              <a:spcBef>
                <a:spcPts val="80"/>
              </a:spcBef>
              <a:spcAft>
                <a:spcPts val="0"/>
              </a:spcAft>
              <a:buClr>
                <a:schemeClr val="dk1"/>
              </a:buClr>
              <a:buSzPts val="1800"/>
              <a:buChar char="»"/>
              <a:defRPr/>
            </a:lvl5pPr>
            <a:lvl6pPr marL="2743200" lvl="5" indent="-342900" algn="l">
              <a:lnSpc>
                <a:spcPct val="100000"/>
              </a:lnSpc>
              <a:spcBef>
                <a:spcPts val="80"/>
              </a:spcBef>
              <a:spcAft>
                <a:spcPts val="0"/>
              </a:spcAft>
              <a:buClr>
                <a:schemeClr val="dk1"/>
              </a:buClr>
              <a:buSzPts val="1800"/>
              <a:buChar char="•"/>
              <a:defRPr/>
            </a:lvl6pPr>
            <a:lvl7pPr marL="3200400" lvl="6" indent="-342900" algn="l">
              <a:lnSpc>
                <a:spcPct val="100000"/>
              </a:lnSpc>
              <a:spcBef>
                <a:spcPts val="80"/>
              </a:spcBef>
              <a:spcAft>
                <a:spcPts val="0"/>
              </a:spcAft>
              <a:buClr>
                <a:schemeClr val="dk1"/>
              </a:buClr>
              <a:buSzPts val="1800"/>
              <a:buChar char="•"/>
              <a:defRPr/>
            </a:lvl7pPr>
            <a:lvl8pPr marL="3657600" lvl="7" indent="-342900" algn="l">
              <a:lnSpc>
                <a:spcPct val="100000"/>
              </a:lnSpc>
              <a:spcBef>
                <a:spcPts val="80"/>
              </a:spcBef>
              <a:spcAft>
                <a:spcPts val="0"/>
              </a:spcAft>
              <a:buClr>
                <a:schemeClr val="dk1"/>
              </a:buClr>
              <a:buSzPts val="1800"/>
              <a:buChar char="•"/>
              <a:defRPr/>
            </a:lvl8pPr>
            <a:lvl9pPr marL="4114800" lvl="8" indent="-342900" algn="l">
              <a:lnSpc>
                <a:spcPct val="100000"/>
              </a:lnSpc>
              <a:spcBef>
                <a:spcPts val="80"/>
              </a:spcBef>
              <a:spcAft>
                <a:spcPts val="0"/>
              </a:spcAft>
              <a:buClr>
                <a:schemeClr val="dk1"/>
              </a:buClr>
              <a:buSzPts val="1800"/>
              <a:buChar char="•"/>
              <a:defRPr/>
            </a:lvl9pPr>
          </a:lstStyle>
          <a:p>
            <a:endParaRPr dirty="0"/>
          </a:p>
        </p:txBody>
      </p:sp>
      <p:sp>
        <p:nvSpPr>
          <p:cNvPr id="50" name="Google Shape;50;p25"/>
          <p:cNvSpPr txBox="1">
            <a:spLocks noGrp="1"/>
          </p:cNvSpPr>
          <p:nvPr>
            <p:ph type="dt" idx="10"/>
          </p:nvPr>
        </p:nvSpPr>
        <p:spPr>
          <a:xfrm>
            <a:off x="457200" y="4767264"/>
            <a:ext cx="2133600" cy="273900"/>
          </a:xfrm>
          <a:prstGeom prst="rect">
            <a:avLst/>
          </a:prstGeom>
          <a:noFill/>
          <a:ln>
            <a:noFill/>
          </a:ln>
        </p:spPr>
        <p:txBody>
          <a:bodyPr spcFirstLastPara="1" wrap="square" lIns="94100" tIns="47025" rIns="94100" bIns="47025" anchor="ctr" anchorCtr="0">
            <a:noAutofit/>
          </a:bodyPr>
          <a:lstStyle>
            <a:lvl1pPr lvl="0" algn="l">
              <a:lnSpc>
                <a:spcPct val="100000"/>
              </a:lnSpc>
              <a:spcBef>
                <a:spcPts val="0"/>
              </a:spcBef>
              <a:spcAft>
                <a:spcPts val="0"/>
              </a:spcAft>
              <a:buClr>
                <a:srgbClr val="888888"/>
              </a:buClr>
              <a:buSzPts val="1400"/>
              <a:buFont typeface="Calibri" panose="020F0502020204030204"/>
              <a:buNone/>
              <a:defRPr/>
            </a:lvl1pPr>
            <a:lvl2pPr lvl="1" algn="l">
              <a:lnSpc>
                <a:spcPct val="100000"/>
              </a:lnSpc>
              <a:spcBef>
                <a:spcPts val="0"/>
              </a:spcBef>
              <a:spcAft>
                <a:spcPts val="0"/>
              </a:spcAft>
              <a:buClr>
                <a:schemeClr val="dk1"/>
              </a:buClr>
              <a:buSzPts val="1400"/>
              <a:buFont typeface="Calibri" panose="020F0502020204030204"/>
              <a:buNone/>
              <a:defRPr/>
            </a:lvl2pPr>
            <a:lvl3pPr lvl="2" algn="l">
              <a:lnSpc>
                <a:spcPct val="100000"/>
              </a:lnSpc>
              <a:spcBef>
                <a:spcPts val="0"/>
              </a:spcBef>
              <a:spcAft>
                <a:spcPts val="0"/>
              </a:spcAft>
              <a:buClr>
                <a:schemeClr val="dk1"/>
              </a:buClr>
              <a:buSzPts val="1400"/>
              <a:buFont typeface="Calibri" panose="020F0502020204030204"/>
              <a:buNone/>
              <a:defRPr/>
            </a:lvl3pPr>
            <a:lvl4pPr lvl="3" algn="l">
              <a:lnSpc>
                <a:spcPct val="100000"/>
              </a:lnSpc>
              <a:spcBef>
                <a:spcPts val="0"/>
              </a:spcBef>
              <a:spcAft>
                <a:spcPts val="0"/>
              </a:spcAft>
              <a:buClr>
                <a:schemeClr val="dk1"/>
              </a:buClr>
              <a:buSzPts val="1400"/>
              <a:buFont typeface="Calibri" panose="020F0502020204030204"/>
              <a:buNone/>
              <a:defRPr/>
            </a:lvl4pPr>
            <a:lvl5pPr lvl="4" algn="l">
              <a:lnSpc>
                <a:spcPct val="100000"/>
              </a:lnSpc>
              <a:spcBef>
                <a:spcPts val="0"/>
              </a:spcBef>
              <a:spcAft>
                <a:spcPts val="0"/>
              </a:spcAft>
              <a:buClr>
                <a:schemeClr val="dk1"/>
              </a:buClr>
              <a:buSzPts val="1400"/>
              <a:buFont typeface="Calibri" panose="020F0502020204030204"/>
              <a:buNone/>
              <a:defRPr/>
            </a:lvl5pPr>
            <a:lvl6pPr lvl="5" algn="l">
              <a:lnSpc>
                <a:spcPct val="100000"/>
              </a:lnSpc>
              <a:spcBef>
                <a:spcPts val="0"/>
              </a:spcBef>
              <a:spcAft>
                <a:spcPts val="0"/>
              </a:spcAft>
              <a:buClr>
                <a:schemeClr val="dk1"/>
              </a:buClr>
              <a:buSzPts val="1400"/>
              <a:buFont typeface="Calibri" panose="020F0502020204030204"/>
              <a:buNone/>
              <a:defRPr/>
            </a:lvl6pPr>
            <a:lvl7pPr lvl="6" algn="l">
              <a:lnSpc>
                <a:spcPct val="100000"/>
              </a:lnSpc>
              <a:spcBef>
                <a:spcPts val="0"/>
              </a:spcBef>
              <a:spcAft>
                <a:spcPts val="0"/>
              </a:spcAft>
              <a:buClr>
                <a:schemeClr val="dk1"/>
              </a:buClr>
              <a:buSzPts val="1400"/>
              <a:buFont typeface="Calibri" panose="020F0502020204030204"/>
              <a:buNone/>
              <a:defRPr/>
            </a:lvl7pPr>
            <a:lvl8pPr lvl="7" algn="l">
              <a:lnSpc>
                <a:spcPct val="100000"/>
              </a:lnSpc>
              <a:spcBef>
                <a:spcPts val="0"/>
              </a:spcBef>
              <a:spcAft>
                <a:spcPts val="0"/>
              </a:spcAft>
              <a:buClr>
                <a:schemeClr val="dk1"/>
              </a:buClr>
              <a:buSzPts val="1400"/>
              <a:buFont typeface="Calibri" panose="020F0502020204030204"/>
              <a:buNone/>
              <a:defRPr/>
            </a:lvl8pPr>
            <a:lvl9pPr lvl="8" algn="l">
              <a:lnSpc>
                <a:spcPct val="100000"/>
              </a:lnSpc>
              <a:spcBef>
                <a:spcPts val="0"/>
              </a:spcBef>
              <a:spcAft>
                <a:spcPts val="0"/>
              </a:spcAft>
              <a:buClr>
                <a:schemeClr val="dk1"/>
              </a:buClr>
              <a:buSzPts val="1400"/>
              <a:buFont typeface="Calibri" panose="020F0502020204030204"/>
              <a:buNone/>
              <a:defRPr/>
            </a:lvl9pPr>
          </a:lstStyle>
          <a:p>
            <a:endParaRPr lang="en-IN" dirty="0"/>
          </a:p>
        </p:txBody>
      </p:sp>
      <p:sp>
        <p:nvSpPr>
          <p:cNvPr id="51" name="Google Shape;51;p25"/>
          <p:cNvSpPr txBox="1">
            <a:spLocks noGrp="1"/>
          </p:cNvSpPr>
          <p:nvPr>
            <p:ph type="ftr" idx="11"/>
          </p:nvPr>
        </p:nvSpPr>
        <p:spPr>
          <a:xfrm>
            <a:off x="3124200" y="4767264"/>
            <a:ext cx="2895600" cy="273900"/>
          </a:xfrm>
          <a:prstGeom prst="rect">
            <a:avLst/>
          </a:prstGeom>
          <a:noFill/>
          <a:ln>
            <a:noFill/>
          </a:ln>
        </p:spPr>
        <p:txBody>
          <a:bodyPr spcFirstLastPara="1" wrap="square" lIns="94100" tIns="47025" rIns="94100" bIns="47025" anchor="ctr" anchorCtr="0">
            <a:noAutofit/>
          </a:bodyPr>
          <a:lstStyle>
            <a:lvl1pPr lvl="0" algn="ctr">
              <a:lnSpc>
                <a:spcPct val="100000"/>
              </a:lnSpc>
              <a:spcBef>
                <a:spcPts val="0"/>
              </a:spcBef>
              <a:spcAft>
                <a:spcPts val="0"/>
              </a:spcAft>
              <a:buClr>
                <a:srgbClr val="888888"/>
              </a:buClr>
              <a:buSzPts val="1400"/>
              <a:buFont typeface="Calibri" panose="020F0502020204030204"/>
              <a:buNone/>
              <a:defRPr/>
            </a:lvl1pPr>
            <a:lvl2pPr lvl="1" algn="l">
              <a:lnSpc>
                <a:spcPct val="100000"/>
              </a:lnSpc>
              <a:spcBef>
                <a:spcPts val="0"/>
              </a:spcBef>
              <a:spcAft>
                <a:spcPts val="0"/>
              </a:spcAft>
              <a:buClr>
                <a:schemeClr val="dk1"/>
              </a:buClr>
              <a:buSzPts val="1400"/>
              <a:buFont typeface="Calibri" panose="020F0502020204030204"/>
              <a:buNone/>
              <a:defRPr/>
            </a:lvl2pPr>
            <a:lvl3pPr lvl="2" algn="l">
              <a:lnSpc>
                <a:spcPct val="100000"/>
              </a:lnSpc>
              <a:spcBef>
                <a:spcPts val="0"/>
              </a:spcBef>
              <a:spcAft>
                <a:spcPts val="0"/>
              </a:spcAft>
              <a:buClr>
                <a:schemeClr val="dk1"/>
              </a:buClr>
              <a:buSzPts val="1400"/>
              <a:buFont typeface="Calibri" panose="020F0502020204030204"/>
              <a:buNone/>
              <a:defRPr/>
            </a:lvl3pPr>
            <a:lvl4pPr lvl="3" algn="l">
              <a:lnSpc>
                <a:spcPct val="100000"/>
              </a:lnSpc>
              <a:spcBef>
                <a:spcPts val="0"/>
              </a:spcBef>
              <a:spcAft>
                <a:spcPts val="0"/>
              </a:spcAft>
              <a:buClr>
                <a:schemeClr val="dk1"/>
              </a:buClr>
              <a:buSzPts val="1400"/>
              <a:buFont typeface="Calibri" panose="020F0502020204030204"/>
              <a:buNone/>
              <a:defRPr/>
            </a:lvl4pPr>
            <a:lvl5pPr lvl="4" algn="l">
              <a:lnSpc>
                <a:spcPct val="100000"/>
              </a:lnSpc>
              <a:spcBef>
                <a:spcPts val="0"/>
              </a:spcBef>
              <a:spcAft>
                <a:spcPts val="0"/>
              </a:spcAft>
              <a:buClr>
                <a:schemeClr val="dk1"/>
              </a:buClr>
              <a:buSzPts val="1400"/>
              <a:buFont typeface="Calibri" panose="020F0502020204030204"/>
              <a:buNone/>
              <a:defRPr/>
            </a:lvl5pPr>
            <a:lvl6pPr lvl="5" algn="l">
              <a:lnSpc>
                <a:spcPct val="100000"/>
              </a:lnSpc>
              <a:spcBef>
                <a:spcPts val="0"/>
              </a:spcBef>
              <a:spcAft>
                <a:spcPts val="0"/>
              </a:spcAft>
              <a:buClr>
                <a:schemeClr val="dk1"/>
              </a:buClr>
              <a:buSzPts val="1400"/>
              <a:buFont typeface="Calibri" panose="020F0502020204030204"/>
              <a:buNone/>
              <a:defRPr/>
            </a:lvl6pPr>
            <a:lvl7pPr lvl="6" algn="l">
              <a:lnSpc>
                <a:spcPct val="100000"/>
              </a:lnSpc>
              <a:spcBef>
                <a:spcPts val="0"/>
              </a:spcBef>
              <a:spcAft>
                <a:spcPts val="0"/>
              </a:spcAft>
              <a:buClr>
                <a:schemeClr val="dk1"/>
              </a:buClr>
              <a:buSzPts val="1400"/>
              <a:buFont typeface="Calibri" panose="020F0502020204030204"/>
              <a:buNone/>
              <a:defRPr/>
            </a:lvl7pPr>
            <a:lvl8pPr lvl="7" algn="l">
              <a:lnSpc>
                <a:spcPct val="100000"/>
              </a:lnSpc>
              <a:spcBef>
                <a:spcPts val="0"/>
              </a:spcBef>
              <a:spcAft>
                <a:spcPts val="0"/>
              </a:spcAft>
              <a:buClr>
                <a:schemeClr val="dk1"/>
              </a:buClr>
              <a:buSzPts val="1400"/>
              <a:buFont typeface="Calibri" panose="020F0502020204030204"/>
              <a:buNone/>
              <a:defRPr/>
            </a:lvl8pPr>
            <a:lvl9pPr lvl="8" algn="l">
              <a:lnSpc>
                <a:spcPct val="100000"/>
              </a:lnSpc>
              <a:spcBef>
                <a:spcPts val="0"/>
              </a:spcBef>
              <a:spcAft>
                <a:spcPts val="0"/>
              </a:spcAft>
              <a:buClr>
                <a:schemeClr val="dk1"/>
              </a:buClr>
              <a:buSzPts val="1400"/>
              <a:buFont typeface="Calibri" panose="020F0502020204030204"/>
              <a:buNone/>
              <a:defRPr/>
            </a:lvl9pPr>
          </a:lstStyle>
          <a:p>
            <a:r>
              <a:rPr lang="en-US" dirty="0"/>
              <a:t>Department of Computer Science and Engineering</a:t>
            </a:r>
          </a:p>
        </p:txBody>
      </p:sp>
      <p:sp>
        <p:nvSpPr>
          <p:cNvPr id="52" name="Google Shape;52;p25"/>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lvl1pPr marL="0" marR="0" lvl="0"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Times New Roman" panose="02020603050405020304" pitchFamily="18" charset="0"/>
                <a:ea typeface="Calibri" panose="020F0502020204030204"/>
                <a:cs typeface="Times New Roman" panose="02020603050405020304" pitchFamily="18" charset="0"/>
                <a:sym typeface="Calibri" panose="020F0502020204030204"/>
              </a:defRPr>
            </a:lvl1pPr>
            <a:lvl2pPr marL="0" marR="0" lvl="1"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fld id="{00000000-1234-1234-1234-123412341234}"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3"/>
        <p:cNvGrpSpPr/>
        <p:nvPr/>
      </p:nvGrpSpPr>
      <p:grpSpPr>
        <a:xfrm>
          <a:off x="0" y="0"/>
          <a:ext cx="0" cy="0"/>
          <a:chOff x="0" y="0"/>
          <a:chExt cx="0" cy="0"/>
        </a:xfrm>
      </p:grpSpPr>
      <p:sp>
        <p:nvSpPr>
          <p:cNvPr id="54" name="Google Shape;54;p26"/>
          <p:cNvSpPr txBox="1">
            <a:spLocks noGrp="1"/>
          </p:cNvSpPr>
          <p:nvPr>
            <p:ph type="title"/>
          </p:nvPr>
        </p:nvSpPr>
        <p:spPr>
          <a:xfrm rot="5400000">
            <a:off x="5463751" y="1371630"/>
            <a:ext cx="4388700" cy="2057400"/>
          </a:xfrm>
          <a:prstGeom prst="rect">
            <a:avLst/>
          </a:prstGeom>
          <a:noFill/>
          <a:ln>
            <a:noFill/>
          </a:ln>
        </p:spPr>
        <p:txBody>
          <a:bodyPr spcFirstLastPara="1" wrap="square" lIns="94100" tIns="47025" rIns="94100" bIns="47025" anchor="ctr" anchorCtr="0">
            <a:noAutofit/>
          </a:bodyPr>
          <a:lstStyle>
            <a:lvl1pPr lvl="0" algn="ctr">
              <a:lnSpc>
                <a:spcPct val="100000"/>
              </a:lnSpc>
              <a:spcBef>
                <a:spcPts val="0"/>
              </a:spcBef>
              <a:spcAft>
                <a:spcPts val="0"/>
              </a:spcAft>
              <a:buClr>
                <a:schemeClr val="dk1"/>
              </a:buClr>
              <a:buSzPts val="1800"/>
              <a:buNone/>
              <a:defRPr>
                <a:latin typeface="Times New Roman" panose="02020603050405020304" pitchFamily="18" charset="0"/>
                <a:cs typeface="Times New Roman" panose="02020603050405020304" pitchFamily="18"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55" name="Google Shape;55;p26"/>
          <p:cNvSpPr txBox="1">
            <a:spLocks noGrp="1"/>
          </p:cNvSpPr>
          <p:nvPr>
            <p:ph type="body" idx="1"/>
          </p:nvPr>
        </p:nvSpPr>
        <p:spPr>
          <a:xfrm rot="5400000">
            <a:off x="1272750" y="-609570"/>
            <a:ext cx="4388700" cy="6019800"/>
          </a:xfrm>
          <a:prstGeom prst="rect">
            <a:avLst/>
          </a:prstGeom>
          <a:noFill/>
          <a:ln>
            <a:noFill/>
          </a:ln>
        </p:spPr>
        <p:txBody>
          <a:bodyPr spcFirstLastPara="1" wrap="square" lIns="94100" tIns="47025" rIns="94100" bIns="47025" anchor="t" anchorCtr="0">
            <a:noAutofit/>
          </a:bodyPr>
          <a:lstStyle>
            <a:lvl1pPr marL="457200" lvl="0" indent="-342900" algn="l">
              <a:lnSpc>
                <a:spcPct val="100000"/>
              </a:lnSpc>
              <a:spcBef>
                <a:spcPts val="80"/>
              </a:spcBef>
              <a:spcAft>
                <a:spcPts val="0"/>
              </a:spcAft>
              <a:buClr>
                <a:schemeClr val="dk1"/>
              </a:buClr>
              <a:buSzPts val="1800"/>
              <a:buChar char="•"/>
              <a:defRPr>
                <a:latin typeface="Times New Roman" panose="02020603050405020304" pitchFamily="18" charset="0"/>
                <a:cs typeface="Times New Roman" panose="02020603050405020304" pitchFamily="18" charset="0"/>
              </a:defRPr>
            </a:lvl1pPr>
            <a:lvl2pPr marL="914400" lvl="1" indent="-342900" algn="l">
              <a:lnSpc>
                <a:spcPct val="100000"/>
              </a:lnSpc>
              <a:spcBef>
                <a:spcPts val="80"/>
              </a:spcBef>
              <a:spcAft>
                <a:spcPts val="0"/>
              </a:spcAft>
              <a:buClr>
                <a:schemeClr val="dk1"/>
              </a:buClr>
              <a:buSzPts val="1800"/>
              <a:buChar char="–"/>
              <a:defRPr/>
            </a:lvl2pPr>
            <a:lvl3pPr marL="1371600" lvl="2" indent="-342900" algn="l">
              <a:lnSpc>
                <a:spcPct val="100000"/>
              </a:lnSpc>
              <a:spcBef>
                <a:spcPts val="80"/>
              </a:spcBef>
              <a:spcAft>
                <a:spcPts val="0"/>
              </a:spcAft>
              <a:buClr>
                <a:schemeClr val="dk1"/>
              </a:buClr>
              <a:buSzPts val="1800"/>
              <a:buChar char="•"/>
              <a:defRPr/>
            </a:lvl3pPr>
            <a:lvl4pPr marL="1828800" lvl="3" indent="-342900" algn="l">
              <a:lnSpc>
                <a:spcPct val="100000"/>
              </a:lnSpc>
              <a:spcBef>
                <a:spcPts val="80"/>
              </a:spcBef>
              <a:spcAft>
                <a:spcPts val="0"/>
              </a:spcAft>
              <a:buClr>
                <a:schemeClr val="dk1"/>
              </a:buClr>
              <a:buSzPts val="1800"/>
              <a:buChar char="–"/>
              <a:defRPr/>
            </a:lvl4pPr>
            <a:lvl5pPr marL="2286000" lvl="4" indent="-342900" algn="l">
              <a:lnSpc>
                <a:spcPct val="100000"/>
              </a:lnSpc>
              <a:spcBef>
                <a:spcPts val="80"/>
              </a:spcBef>
              <a:spcAft>
                <a:spcPts val="0"/>
              </a:spcAft>
              <a:buClr>
                <a:schemeClr val="dk1"/>
              </a:buClr>
              <a:buSzPts val="1800"/>
              <a:buChar char="»"/>
              <a:defRPr/>
            </a:lvl5pPr>
            <a:lvl6pPr marL="2743200" lvl="5" indent="-342900" algn="l">
              <a:lnSpc>
                <a:spcPct val="100000"/>
              </a:lnSpc>
              <a:spcBef>
                <a:spcPts val="80"/>
              </a:spcBef>
              <a:spcAft>
                <a:spcPts val="0"/>
              </a:spcAft>
              <a:buClr>
                <a:schemeClr val="dk1"/>
              </a:buClr>
              <a:buSzPts val="1800"/>
              <a:buChar char="•"/>
              <a:defRPr/>
            </a:lvl6pPr>
            <a:lvl7pPr marL="3200400" lvl="6" indent="-342900" algn="l">
              <a:lnSpc>
                <a:spcPct val="100000"/>
              </a:lnSpc>
              <a:spcBef>
                <a:spcPts val="80"/>
              </a:spcBef>
              <a:spcAft>
                <a:spcPts val="0"/>
              </a:spcAft>
              <a:buClr>
                <a:schemeClr val="dk1"/>
              </a:buClr>
              <a:buSzPts val="1800"/>
              <a:buChar char="•"/>
              <a:defRPr/>
            </a:lvl7pPr>
            <a:lvl8pPr marL="3657600" lvl="7" indent="-342900" algn="l">
              <a:lnSpc>
                <a:spcPct val="100000"/>
              </a:lnSpc>
              <a:spcBef>
                <a:spcPts val="80"/>
              </a:spcBef>
              <a:spcAft>
                <a:spcPts val="0"/>
              </a:spcAft>
              <a:buClr>
                <a:schemeClr val="dk1"/>
              </a:buClr>
              <a:buSzPts val="1800"/>
              <a:buChar char="•"/>
              <a:defRPr/>
            </a:lvl8pPr>
            <a:lvl9pPr marL="4114800" lvl="8" indent="-342900" algn="l">
              <a:lnSpc>
                <a:spcPct val="100000"/>
              </a:lnSpc>
              <a:spcBef>
                <a:spcPts val="80"/>
              </a:spcBef>
              <a:spcAft>
                <a:spcPts val="0"/>
              </a:spcAft>
              <a:buClr>
                <a:schemeClr val="dk1"/>
              </a:buClr>
              <a:buSzPts val="1800"/>
              <a:buChar char="•"/>
              <a:defRPr/>
            </a:lvl9pPr>
          </a:lstStyle>
          <a:p>
            <a:endParaRPr dirty="0"/>
          </a:p>
        </p:txBody>
      </p:sp>
      <p:sp>
        <p:nvSpPr>
          <p:cNvPr id="56" name="Google Shape;56;p26"/>
          <p:cNvSpPr txBox="1">
            <a:spLocks noGrp="1"/>
          </p:cNvSpPr>
          <p:nvPr>
            <p:ph type="dt" idx="10"/>
          </p:nvPr>
        </p:nvSpPr>
        <p:spPr>
          <a:xfrm>
            <a:off x="457200" y="4767264"/>
            <a:ext cx="2133600" cy="273900"/>
          </a:xfrm>
          <a:prstGeom prst="rect">
            <a:avLst/>
          </a:prstGeom>
          <a:noFill/>
          <a:ln>
            <a:noFill/>
          </a:ln>
        </p:spPr>
        <p:txBody>
          <a:bodyPr spcFirstLastPara="1" wrap="square" lIns="94100" tIns="47025" rIns="94100" bIns="47025" anchor="ctr" anchorCtr="0">
            <a:noAutofit/>
          </a:bodyPr>
          <a:lstStyle>
            <a:lvl1pPr lvl="0" algn="l">
              <a:lnSpc>
                <a:spcPct val="100000"/>
              </a:lnSpc>
              <a:spcBef>
                <a:spcPts val="0"/>
              </a:spcBef>
              <a:spcAft>
                <a:spcPts val="0"/>
              </a:spcAft>
              <a:buClr>
                <a:srgbClr val="888888"/>
              </a:buClr>
              <a:buSzPts val="1400"/>
              <a:buFont typeface="Calibri" panose="020F0502020204030204"/>
              <a:buNone/>
              <a:defRPr/>
            </a:lvl1pPr>
            <a:lvl2pPr lvl="1" algn="l">
              <a:lnSpc>
                <a:spcPct val="100000"/>
              </a:lnSpc>
              <a:spcBef>
                <a:spcPts val="0"/>
              </a:spcBef>
              <a:spcAft>
                <a:spcPts val="0"/>
              </a:spcAft>
              <a:buClr>
                <a:schemeClr val="dk1"/>
              </a:buClr>
              <a:buSzPts val="1400"/>
              <a:buFont typeface="Calibri" panose="020F0502020204030204"/>
              <a:buNone/>
              <a:defRPr/>
            </a:lvl2pPr>
            <a:lvl3pPr lvl="2" algn="l">
              <a:lnSpc>
                <a:spcPct val="100000"/>
              </a:lnSpc>
              <a:spcBef>
                <a:spcPts val="0"/>
              </a:spcBef>
              <a:spcAft>
                <a:spcPts val="0"/>
              </a:spcAft>
              <a:buClr>
                <a:schemeClr val="dk1"/>
              </a:buClr>
              <a:buSzPts val="1400"/>
              <a:buFont typeface="Calibri" panose="020F0502020204030204"/>
              <a:buNone/>
              <a:defRPr/>
            </a:lvl3pPr>
            <a:lvl4pPr lvl="3" algn="l">
              <a:lnSpc>
                <a:spcPct val="100000"/>
              </a:lnSpc>
              <a:spcBef>
                <a:spcPts val="0"/>
              </a:spcBef>
              <a:spcAft>
                <a:spcPts val="0"/>
              </a:spcAft>
              <a:buClr>
                <a:schemeClr val="dk1"/>
              </a:buClr>
              <a:buSzPts val="1400"/>
              <a:buFont typeface="Calibri" panose="020F0502020204030204"/>
              <a:buNone/>
              <a:defRPr/>
            </a:lvl4pPr>
            <a:lvl5pPr lvl="4" algn="l">
              <a:lnSpc>
                <a:spcPct val="100000"/>
              </a:lnSpc>
              <a:spcBef>
                <a:spcPts val="0"/>
              </a:spcBef>
              <a:spcAft>
                <a:spcPts val="0"/>
              </a:spcAft>
              <a:buClr>
                <a:schemeClr val="dk1"/>
              </a:buClr>
              <a:buSzPts val="1400"/>
              <a:buFont typeface="Calibri" panose="020F0502020204030204"/>
              <a:buNone/>
              <a:defRPr/>
            </a:lvl5pPr>
            <a:lvl6pPr lvl="5" algn="l">
              <a:lnSpc>
                <a:spcPct val="100000"/>
              </a:lnSpc>
              <a:spcBef>
                <a:spcPts val="0"/>
              </a:spcBef>
              <a:spcAft>
                <a:spcPts val="0"/>
              </a:spcAft>
              <a:buClr>
                <a:schemeClr val="dk1"/>
              </a:buClr>
              <a:buSzPts val="1400"/>
              <a:buFont typeface="Calibri" panose="020F0502020204030204"/>
              <a:buNone/>
              <a:defRPr/>
            </a:lvl6pPr>
            <a:lvl7pPr lvl="6" algn="l">
              <a:lnSpc>
                <a:spcPct val="100000"/>
              </a:lnSpc>
              <a:spcBef>
                <a:spcPts val="0"/>
              </a:spcBef>
              <a:spcAft>
                <a:spcPts val="0"/>
              </a:spcAft>
              <a:buClr>
                <a:schemeClr val="dk1"/>
              </a:buClr>
              <a:buSzPts val="1400"/>
              <a:buFont typeface="Calibri" panose="020F0502020204030204"/>
              <a:buNone/>
              <a:defRPr/>
            </a:lvl7pPr>
            <a:lvl8pPr lvl="7" algn="l">
              <a:lnSpc>
                <a:spcPct val="100000"/>
              </a:lnSpc>
              <a:spcBef>
                <a:spcPts val="0"/>
              </a:spcBef>
              <a:spcAft>
                <a:spcPts val="0"/>
              </a:spcAft>
              <a:buClr>
                <a:schemeClr val="dk1"/>
              </a:buClr>
              <a:buSzPts val="1400"/>
              <a:buFont typeface="Calibri" panose="020F0502020204030204"/>
              <a:buNone/>
              <a:defRPr/>
            </a:lvl8pPr>
            <a:lvl9pPr lvl="8" algn="l">
              <a:lnSpc>
                <a:spcPct val="100000"/>
              </a:lnSpc>
              <a:spcBef>
                <a:spcPts val="0"/>
              </a:spcBef>
              <a:spcAft>
                <a:spcPts val="0"/>
              </a:spcAft>
              <a:buClr>
                <a:schemeClr val="dk1"/>
              </a:buClr>
              <a:buSzPts val="1400"/>
              <a:buFont typeface="Calibri" panose="020F0502020204030204"/>
              <a:buNone/>
              <a:defRPr/>
            </a:lvl9pPr>
          </a:lstStyle>
          <a:p>
            <a:endParaRPr lang="en-IN" dirty="0"/>
          </a:p>
        </p:txBody>
      </p:sp>
      <p:sp>
        <p:nvSpPr>
          <p:cNvPr id="57" name="Google Shape;57;p26"/>
          <p:cNvSpPr txBox="1">
            <a:spLocks noGrp="1"/>
          </p:cNvSpPr>
          <p:nvPr>
            <p:ph type="ftr" idx="11"/>
          </p:nvPr>
        </p:nvSpPr>
        <p:spPr>
          <a:xfrm>
            <a:off x="3124200" y="4767264"/>
            <a:ext cx="2895600" cy="273900"/>
          </a:xfrm>
          <a:prstGeom prst="rect">
            <a:avLst/>
          </a:prstGeom>
          <a:noFill/>
          <a:ln>
            <a:noFill/>
          </a:ln>
        </p:spPr>
        <p:txBody>
          <a:bodyPr spcFirstLastPara="1" wrap="square" lIns="94100" tIns="47025" rIns="94100" bIns="47025" anchor="ctr" anchorCtr="0">
            <a:noAutofit/>
          </a:bodyPr>
          <a:lstStyle>
            <a:lvl1pPr lvl="0" algn="ctr">
              <a:lnSpc>
                <a:spcPct val="100000"/>
              </a:lnSpc>
              <a:spcBef>
                <a:spcPts val="0"/>
              </a:spcBef>
              <a:spcAft>
                <a:spcPts val="0"/>
              </a:spcAft>
              <a:buClr>
                <a:srgbClr val="888888"/>
              </a:buClr>
              <a:buSzPts val="1400"/>
              <a:buFont typeface="Calibri" panose="020F0502020204030204"/>
              <a:buNone/>
              <a:defRPr/>
            </a:lvl1pPr>
            <a:lvl2pPr lvl="1" algn="l">
              <a:lnSpc>
                <a:spcPct val="100000"/>
              </a:lnSpc>
              <a:spcBef>
                <a:spcPts val="0"/>
              </a:spcBef>
              <a:spcAft>
                <a:spcPts val="0"/>
              </a:spcAft>
              <a:buClr>
                <a:schemeClr val="dk1"/>
              </a:buClr>
              <a:buSzPts val="1400"/>
              <a:buFont typeface="Calibri" panose="020F0502020204030204"/>
              <a:buNone/>
              <a:defRPr/>
            </a:lvl2pPr>
            <a:lvl3pPr lvl="2" algn="l">
              <a:lnSpc>
                <a:spcPct val="100000"/>
              </a:lnSpc>
              <a:spcBef>
                <a:spcPts val="0"/>
              </a:spcBef>
              <a:spcAft>
                <a:spcPts val="0"/>
              </a:spcAft>
              <a:buClr>
                <a:schemeClr val="dk1"/>
              </a:buClr>
              <a:buSzPts val="1400"/>
              <a:buFont typeface="Calibri" panose="020F0502020204030204"/>
              <a:buNone/>
              <a:defRPr/>
            </a:lvl3pPr>
            <a:lvl4pPr lvl="3" algn="l">
              <a:lnSpc>
                <a:spcPct val="100000"/>
              </a:lnSpc>
              <a:spcBef>
                <a:spcPts val="0"/>
              </a:spcBef>
              <a:spcAft>
                <a:spcPts val="0"/>
              </a:spcAft>
              <a:buClr>
                <a:schemeClr val="dk1"/>
              </a:buClr>
              <a:buSzPts val="1400"/>
              <a:buFont typeface="Calibri" panose="020F0502020204030204"/>
              <a:buNone/>
              <a:defRPr/>
            </a:lvl4pPr>
            <a:lvl5pPr lvl="4" algn="l">
              <a:lnSpc>
                <a:spcPct val="100000"/>
              </a:lnSpc>
              <a:spcBef>
                <a:spcPts val="0"/>
              </a:spcBef>
              <a:spcAft>
                <a:spcPts val="0"/>
              </a:spcAft>
              <a:buClr>
                <a:schemeClr val="dk1"/>
              </a:buClr>
              <a:buSzPts val="1400"/>
              <a:buFont typeface="Calibri" panose="020F0502020204030204"/>
              <a:buNone/>
              <a:defRPr/>
            </a:lvl5pPr>
            <a:lvl6pPr lvl="5" algn="l">
              <a:lnSpc>
                <a:spcPct val="100000"/>
              </a:lnSpc>
              <a:spcBef>
                <a:spcPts val="0"/>
              </a:spcBef>
              <a:spcAft>
                <a:spcPts val="0"/>
              </a:spcAft>
              <a:buClr>
                <a:schemeClr val="dk1"/>
              </a:buClr>
              <a:buSzPts val="1400"/>
              <a:buFont typeface="Calibri" panose="020F0502020204030204"/>
              <a:buNone/>
              <a:defRPr/>
            </a:lvl6pPr>
            <a:lvl7pPr lvl="6" algn="l">
              <a:lnSpc>
                <a:spcPct val="100000"/>
              </a:lnSpc>
              <a:spcBef>
                <a:spcPts val="0"/>
              </a:spcBef>
              <a:spcAft>
                <a:spcPts val="0"/>
              </a:spcAft>
              <a:buClr>
                <a:schemeClr val="dk1"/>
              </a:buClr>
              <a:buSzPts val="1400"/>
              <a:buFont typeface="Calibri" panose="020F0502020204030204"/>
              <a:buNone/>
              <a:defRPr/>
            </a:lvl7pPr>
            <a:lvl8pPr lvl="7" algn="l">
              <a:lnSpc>
                <a:spcPct val="100000"/>
              </a:lnSpc>
              <a:spcBef>
                <a:spcPts val="0"/>
              </a:spcBef>
              <a:spcAft>
                <a:spcPts val="0"/>
              </a:spcAft>
              <a:buClr>
                <a:schemeClr val="dk1"/>
              </a:buClr>
              <a:buSzPts val="1400"/>
              <a:buFont typeface="Calibri" panose="020F0502020204030204"/>
              <a:buNone/>
              <a:defRPr/>
            </a:lvl8pPr>
            <a:lvl9pPr lvl="8" algn="l">
              <a:lnSpc>
                <a:spcPct val="100000"/>
              </a:lnSpc>
              <a:spcBef>
                <a:spcPts val="0"/>
              </a:spcBef>
              <a:spcAft>
                <a:spcPts val="0"/>
              </a:spcAft>
              <a:buClr>
                <a:schemeClr val="dk1"/>
              </a:buClr>
              <a:buSzPts val="1400"/>
              <a:buFont typeface="Calibri" panose="020F0502020204030204"/>
              <a:buNone/>
              <a:defRPr/>
            </a:lvl9pPr>
          </a:lstStyle>
          <a:p>
            <a:r>
              <a:rPr lang="en-US" dirty="0"/>
              <a:t>Department of Computer Science and Engineering</a:t>
            </a:r>
          </a:p>
        </p:txBody>
      </p:sp>
      <p:sp>
        <p:nvSpPr>
          <p:cNvPr id="58" name="Google Shape;58;p26"/>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lvl1pPr marL="0" marR="0" lvl="0"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Times New Roman" panose="02020603050405020304" pitchFamily="18" charset="0"/>
                <a:ea typeface="Calibri" panose="020F0502020204030204"/>
                <a:cs typeface="Times New Roman" panose="02020603050405020304" pitchFamily="18" charset="0"/>
                <a:sym typeface="Calibri" panose="020F0502020204030204"/>
              </a:defRPr>
            </a:lvl1pPr>
            <a:lvl2pPr marL="0" marR="0" lvl="1"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fld id="{00000000-1234-1234-1234-123412341234}"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7"/>
          <a:stretch>
            <a:fillRect/>
          </a:stretch>
        </a:blipFill>
        <a:effectLst/>
      </p:bgPr>
    </p:bg>
    <p:spTree>
      <p:nvGrpSpPr>
        <p:cNvPr id="1" name="Shape 5"/>
        <p:cNvGrpSpPr/>
        <p:nvPr/>
      </p:nvGrpSpPr>
      <p:grpSpPr>
        <a:xfrm>
          <a:off x="0" y="0"/>
          <a:ext cx="0" cy="0"/>
          <a:chOff x="0" y="0"/>
          <a:chExt cx="0" cy="0"/>
        </a:xfrm>
      </p:grpSpPr>
      <p:sp>
        <p:nvSpPr>
          <p:cNvPr id="6" name="Google Shape;6;p19"/>
          <p:cNvSpPr txBox="1">
            <a:spLocks noGrp="1"/>
          </p:cNvSpPr>
          <p:nvPr>
            <p:ph type="title"/>
          </p:nvPr>
        </p:nvSpPr>
        <p:spPr>
          <a:xfrm>
            <a:off x="457200" y="205978"/>
            <a:ext cx="8229600" cy="857400"/>
          </a:xfrm>
          <a:prstGeom prst="rect">
            <a:avLst/>
          </a:prstGeom>
          <a:noFill/>
          <a:ln>
            <a:noFill/>
          </a:ln>
        </p:spPr>
        <p:txBody>
          <a:bodyPr spcFirstLastPara="1" wrap="square" lIns="94100" tIns="47025" rIns="94100" bIns="47025" anchor="ctr" anchorCtr="0">
            <a:noAutofit/>
          </a:bodyPr>
          <a:lstStyle>
            <a:lvl1pPr marR="0" lvl="0" algn="ctr" rtl="0">
              <a:lnSpc>
                <a:spcPct val="100000"/>
              </a:lnSpc>
              <a:spcBef>
                <a:spcPts val="0"/>
              </a:spcBef>
              <a:spcAft>
                <a:spcPts val="0"/>
              </a:spcAft>
              <a:buClr>
                <a:schemeClr val="dk1"/>
              </a:buClr>
              <a:buSzPts val="20700"/>
              <a:buFont typeface="Calibri" panose="020F0502020204030204"/>
              <a:buNone/>
              <a:defRPr sz="20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dirty="0"/>
          </a:p>
        </p:txBody>
      </p:sp>
      <p:sp>
        <p:nvSpPr>
          <p:cNvPr id="7" name="Google Shape;7;p19"/>
          <p:cNvSpPr txBox="1">
            <a:spLocks noGrp="1"/>
          </p:cNvSpPr>
          <p:nvPr>
            <p:ph type="body" idx="1"/>
          </p:nvPr>
        </p:nvSpPr>
        <p:spPr>
          <a:xfrm>
            <a:off x="457200" y="1200152"/>
            <a:ext cx="8229600" cy="3394500"/>
          </a:xfrm>
          <a:prstGeom prst="rect">
            <a:avLst/>
          </a:prstGeom>
          <a:noFill/>
          <a:ln>
            <a:noFill/>
          </a:ln>
        </p:spPr>
        <p:txBody>
          <a:bodyPr spcFirstLastPara="1" wrap="square" lIns="94100" tIns="47025" rIns="94100" bIns="47025" anchor="t" anchorCtr="0">
            <a:noAutofit/>
          </a:bodyPr>
          <a:lstStyle>
            <a:lvl1pPr marL="457200" marR="0" lvl="0" indent="-1187450" algn="l" rtl="0">
              <a:lnSpc>
                <a:spcPct val="100000"/>
              </a:lnSpc>
              <a:spcBef>
                <a:spcPts val="3020"/>
              </a:spcBef>
              <a:spcAft>
                <a:spcPts val="0"/>
              </a:spcAft>
              <a:buClr>
                <a:schemeClr val="dk1"/>
              </a:buClr>
              <a:buSzPts val="15100"/>
              <a:buFont typeface="Arial" panose="020B0604020202020204"/>
              <a:buChar char="•"/>
              <a:defRPr sz="151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1066800" algn="l" rtl="0">
              <a:lnSpc>
                <a:spcPct val="100000"/>
              </a:lnSpc>
              <a:spcBef>
                <a:spcPts val="2640"/>
              </a:spcBef>
              <a:spcAft>
                <a:spcPts val="0"/>
              </a:spcAft>
              <a:buClr>
                <a:schemeClr val="dk1"/>
              </a:buClr>
              <a:buSzPts val="13200"/>
              <a:buFont typeface="Arial" panose="020B0604020202020204"/>
              <a:buChar char="–"/>
              <a:defRPr sz="1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946150" algn="l" rtl="0">
              <a:lnSpc>
                <a:spcPct val="100000"/>
              </a:lnSpc>
              <a:spcBef>
                <a:spcPts val="2260"/>
              </a:spcBef>
              <a:spcAft>
                <a:spcPts val="0"/>
              </a:spcAft>
              <a:buClr>
                <a:schemeClr val="dk1"/>
              </a:buClr>
              <a:buSzPts val="11300"/>
              <a:buFont typeface="Arial" panose="020B0604020202020204"/>
              <a:buChar char="•"/>
              <a:defRPr sz="11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825500" algn="l" rtl="0">
              <a:lnSpc>
                <a:spcPct val="100000"/>
              </a:lnSpc>
              <a:spcBef>
                <a:spcPts val="1880"/>
              </a:spcBef>
              <a:spcAft>
                <a:spcPts val="0"/>
              </a:spcAft>
              <a:buClr>
                <a:schemeClr val="dk1"/>
              </a:buClr>
              <a:buSzPts val="9400"/>
              <a:buFont typeface="Arial" panose="020B0604020202020204"/>
              <a:buChar char="–"/>
              <a:defRPr sz="9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825500" algn="l" rtl="0">
              <a:lnSpc>
                <a:spcPct val="100000"/>
              </a:lnSpc>
              <a:spcBef>
                <a:spcPts val="1880"/>
              </a:spcBef>
              <a:spcAft>
                <a:spcPts val="0"/>
              </a:spcAft>
              <a:buClr>
                <a:schemeClr val="dk1"/>
              </a:buClr>
              <a:buSzPts val="9400"/>
              <a:buFont typeface="Arial" panose="020B0604020202020204"/>
              <a:buChar char="»"/>
              <a:defRPr sz="9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825500" algn="l" rtl="0">
              <a:lnSpc>
                <a:spcPct val="100000"/>
              </a:lnSpc>
              <a:spcBef>
                <a:spcPts val="1880"/>
              </a:spcBef>
              <a:spcAft>
                <a:spcPts val="0"/>
              </a:spcAft>
              <a:buClr>
                <a:schemeClr val="dk1"/>
              </a:buClr>
              <a:buSzPts val="9400"/>
              <a:buFont typeface="Arial" panose="020B0604020202020204"/>
              <a:buChar char="•"/>
              <a:defRPr sz="9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825500" algn="l" rtl="0">
              <a:lnSpc>
                <a:spcPct val="100000"/>
              </a:lnSpc>
              <a:spcBef>
                <a:spcPts val="1880"/>
              </a:spcBef>
              <a:spcAft>
                <a:spcPts val="0"/>
              </a:spcAft>
              <a:buClr>
                <a:schemeClr val="dk1"/>
              </a:buClr>
              <a:buSzPts val="9400"/>
              <a:buFont typeface="Arial" panose="020B0604020202020204"/>
              <a:buChar char="•"/>
              <a:defRPr sz="9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825500" algn="l" rtl="0">
              <a:lnSpc>
                <a:spcPct val="100000"/>
              </a:lnSpc>
              <a:spcBef>
                <a:spcPts val="1880"/>
              </a:spcBef>
              <a:spcAft>
                <a:spcPts val="0"/>
              </a:spcAft>
              <a:buClr>
                <a:schemeClr val="dk1"/>
              </a:buClr>
              <a:buSzPts val="9400"/>
              <a:buFont typeface="Arial" panose="020B0604020202020204"/>
              <a:buChar char="•"/>
              <a:defRPr sz="9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825500" algn="l" rtl="0">
              <a:lnSpc>
                <a:spcPct val="100000"/>
              </a:lnSpc>
              <a:spcBef>
                <a:spcPts val="1880"/>
              </a:spcBef>
              <a:spcAft>
                <a:spcPts val="0"/>
              </a:spcAft>
              <a:buClr>
                <a:schemeClr val="dk1"/>
              </a:buClr>
              <a:buSzPts val="9400"/>
              <a:buFont typeface="Arial" panose="020B0604020202020204"/>
              <a:buChar char="•"/>
              <a:defRPr sz="9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dirty="0"/>
          </a:p>
        </p:txBody>
      </p:sp>
      <p:sp>
        <p:nvSpPr>
          <p:cNvPr id="8" name="Google Shape;8;p19"/>
          <p:cNvSpPr txBox="1">
            <a:spLocks noGrp="1"/>
          </p:cNvSpPr>
          <p:nvPr>
            <p:ph type="dt" idx="10"/>
          </p:nvPr>
        </p:nvSpPr>
        <p:spPr>
          <a:xfrm>
            <a:off x="457200" y="4767264"/>
            <a:ext cx="2133600" cy="273900"/>
          </a:xfrm>
          <a:prstGeom prst="rect">
            <a:avLst/>
          </a:prstGeom>
          <a:noFill/>
          <a:ln>
            <a:noFill/>
          </a:ln>
        </p:spPr>
        <p:txBody>
          <a:bodyPr spcFirstLastPara="1" wrap="square" lIns="94100" tIns="47025" rIns="94100" bIns="47025" anchor="ctr" anchorCtr="0">
            <a:noAutofit/>
          </a:bodyPr>
          <a:lstStyle>
            <a:lvl1pPr marR="0" lvl="0" algn="l" rtl="0">
              <a:lnSpc>
                <a:spcPct val="100000"/>
              </a:lnSpc>
              <a:spcBef>
                <a:spcPts val="0"/>
              </a:spcBef>
              <a:spcAft>
                <a:spcPts val="0"/>
              </a:spcAft>
              <a:buClr>
                <a:srgbClr val="888888"/>
              </a:buClr>
              <a:buSzPts val="1400"/>
              <a:buFont typeface="Calibri" panose="020F0502020204030204"/>
              <a:buNone/>
              <a:defRPr sz="1200" b="0" i="0" u="none" strike="noStrike" cap="none">
                <a:solidFill>
                  <a:srgbClr val="888888"/>
                </a:solidFill>
                <a:latin typeface="Times New Roman" panose="02020603050405020304" pitchFamily="18" charset="0"/>
                <a:ea typeface="Calibri" panose="020F0502020204030204"/>
                <a:cs typeface="Times New Roman" panose="02020603050405020304" pitchFamily="18" charset="0"/>
                <a:sym typeface="Calibri" panose="020F0502020204030204"/>
              </a:defRPr>
            </a:lvl1pPr>
            <a:lvl2pPr marR="0" lvl="1" algn="l" rtl="0">
              <a:lnSpc>
                <a:spcPct val="100000"/>
              </a:lnSpc>
              <a:spcBef>
                <a:spcPts val="0"/>
              </a:spcBef>
              <a:spcAft>
                <a:spcPts val="0"/>
              </a:spcAft>
              <a:buClr>
                <a:schemeClr val="dk1"/>
              </a:buClr>
              <a:buSzPts val="1400"/>
              <a:buFont typeface="Calibri" panose="020F0502020204030204"/>
              <a:buNone/>
              <a:defRPr sz="1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400"/>
              <a:buFont typeface="Calibri" panose="020F0502020204030204"/>
              <a:buNone/>
              <a:defRPr sz="1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400"/>
              <a:buFont typeface="Calibri" panose="020F0502020204030204"/>
              <a:buNone/>
              <a:defRPr sz="1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400"/>
              <a:buFont typeface="Calibri" panose="020F0502020204030204"/>
              <a:buNone/>
              <a:defRPr sz="1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400"/>
              <a:buFont typeface="Calibri" panose="020F0502020204030204"/>
              <a:buNone/>
              <a:defRPr sz="1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400"/>
              <a:buFont typeface="Calibri" panose="020F0502020204030204"/>
              <a:buNone/>
              <a:defRPr sz="1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400"/>
              <a:buFont typeface="Calibri" panose="020F0502020204030204"/>
              <a:buNone/>
              <a:defRPr sz="1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400"/>
              <a:buFont typeface="Calibri" panose="020F0502020204030204"/>
              <a:buNone/>
              <a:defRPr sz="1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lang="en-IN" dirty="0"/>
          </a:p>
        </p:txBody>
      </p:sp>
      <p:sp>
        <p:nvSpPr>
          <p:cNvPr id="9" name="Google Shape;9;p19"/>
          <p:cNvSpPr txBox="1">
            <a:spLocks noGrp="1"/>
          </p:cNvSpPr>
          <p:nvPr>
            <p:ph type="ftr" idx="11"/>
          </p:nvPr>
        </p:nvSpPr>
        <p:spPr>
          <a:xfrm>
            <a:off x="3124200" y="4767264"/>
            <a:ext cx="2895600" cy="273900"/>
          </a:xfrm>
          <a:prstGeom prst="rect">
            <a:avLst/>
          </a:prstGeom>
          <a:noFill/>
          <a:ln>
            <a:noFill/>
          </a:ln>
        </p:spPr>
        <p:txBody>
          <a:bodyPr spcFirstLastPara="1" wrap="square" lIns="94100" tIns="47025" rIns="94100" bIns="47025" anchor="ctr" anchorCtr="0">
            <a:noAutofit/>
          </a:bodyPr>
          <a:lstStyle>
            <a:lvl1pPr marR="0" lvl="0" algn="ctr" rtl="0">
              <a:lnSpc>
                <a:spcPct val="100000"/>
              </a:lnSpc>
              <a:spcBef>
                <a:spcPts val="0"/>
              </a:spcBef>
              <a:spcAft>
                <a:spcPts val="0"/>
              </a:spcAft>
              <a:buClr>
                <a:srgbClr val="888888"/>
              </a:buClr>
              <a:buSzPts val="1400"/>
              <a:buFont typeface="Calibri" panose="020F0502020204030204"/>
              <a:buNone/>
              <a:defRPr sz="1200" b="0" i="0" u="none" strike="noStrike" cap="none">
                <a:solidFill>
                  <a:srgbClr val="888888"/>
                </a:solidFill>
                <a:latin typeface="Times New Roman" panose="02020603050405020304" pitchFamily="18" charset="0"/>
                <a:ea typeface="Calibri" panose="020F0502020204030204"/>
                <a:cs typeface="Times New Roman" panose="02020603050405020304" pitchFamily="18" charset="0"/>
                <a:sym typeface="Calibri" panose="020F0502020204030204"/>
              </a:defRPr>
            </a:lvl1pPr>
            <a:lvl2pPr marR="0" lvl="1" algn="l" rtl="0">
              <a:lnSpc>
                <a:spcPct val="100000"/>
              </a:lnSpc>
              <a:spcBef>
                <a:spcPts val="0"/>
              </a:spcBef>
              <a:spcAft>
                <a:spcPts val="0"/>
              </a:spcAft>
              <a:buClr>
                <a:schemeClr val="dk1"/>
              </a:buClr>
              <a:buSzPts val="1400"/>
              <a:buFont typeface="Calibri" panose="020F0502020204030204"/>
              <a:buNone/>
              <a:defRPr sz="1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400"/>
              <a:buFont typeface="Calibri" panose="020F0502020204030204"/>
              <a:buNone/>
              <a:defRPr sz="1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400"/>
              <a:buFont typeface="Calibri" panose="020F0502020204030204"/>
              <a:buNone/>
              <a:defRPr sz="1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400"/>
              <a:buFont typeface="Calibri" panose="020F0502020204030204"/>
              <a:buNone/>
              <a:defRPr sz="1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400"/>
              <a:buFont typeface="Calibri" panose="020F0502020204030204"/>
              <a:buNone/>
              <a:defRPr sz="1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400"/>
              <a:buFont typeface="Calibri" panose="020F0502020204030204"/>
              <a:buNone/>
              <a:defRPr sz="1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400"/>
              <a:buFont typeface="Calibri" panose="020F0502020204030204"/>
              <a:buNone/>
              <a:defRPr sz="1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400"/>
              <a:buFont typeface="Calibri" panose="020F0502020204030204"/>
              <a:buNone/>
              <a:defRPr sz="1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r>
              <a:rPr lang="en-US" dirty="0"/>
              <a:t>Department of Computer Science and Engineering</a:t>
            </a:r>
          </a:p>
        </p:txBody>
      </p:sp>
      <p:sp>
        <p:nvSpPr>
          <p:cNvPr id="10" name="Google Shape;10;p19"/>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Times New Roman" panose="02020603050405020304" pitchFamily="18" charset="0"/>
                <a:ea typeface="Calibri" panose="020F0502020204030204"/>
                <a:cs typeface="Times New Roman" panose="02020603050405020304" pitchFamily="18" charset="0"/>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fld id="{00000000-1234-1234-1234-123412341234}" type="slidenum">
              <a:rPr lang="en-US" smtClean="0"/>
              <a:pPr/>
              <a:t>‹#›</a:t>
            </a:fld>
            <a:endParaRPr lang="en-US"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8" name="Google Shape;118;p1"/>
          <p:cNvSpPr txBox="1">
            <a:spLocks noGrp="1"/>
          </p:cNvSpPr>
          <p:nvPr>
            <p:ph type="body" idx="1"/>
          </p:nvPr>
        </p:nvSpPr>
        <p:spPr>
          <a:xfrm>
            <a:off x="4056993" y="2575076"/>
            <a:ext cx="4411717" cy="830276"/>
          </a:xfrm>
          <a:prstGeom prst="rect">
            <a:avLst/>
          </a:prstGeom>
          <a:noFill/>
          <a:ln>
            <a:noFill/>
          </a:ln>
        </p:spPr>
        <p:txBody>
          <a:bodyPr spcFirstLastPara="1" wrap="square" lIns="94100" tIns="47025" rIns="94100" bIns="47025" anchor="t" anchorCtr="0">
            <a:noAutofit/>
          </a:bodyPr>
          <a:lstStyle/>
          <a:p>
            <a:pPr marL="0" lvl="0" indent="0" algn="l" rtl="0">
              <a:lnSpc>
                <a:spcPct val="100000"/>
              </a:lnSpc>
              <a:spcBef>
                <a:spcPts val="3020"/>
              </a:spcBef>
              <a:spcAft>
                <a:spcPts val="0"/>
              </a:spcAft>
              <a:buSzPts val="15100"/>
              <a:buNone/>
            </a:pPr>
            <a:endParaRPr dirty="0"/>
          </a:p>
          <a:p>
            <a:pPr marL="457200" lvl="0" indent="501650" algn="l" rtl="0">
              <a:lnSpc>
                <a:spcPct val="100000"/>
              </a:lnSpc>
              <a:spcBef>
                <a:spcPts val="3020"/>
              </a:spcBef>
              <a:spcAft>
                <a:spcPts val="0"/>
              </a:spcAft>
              <a:buSzPts val="15100"/>
              <a:buNone/>
            </a:pPr>
            <a:endParaRPr dirty="0"/>
          </a:p>
        </p:txBody>
      </p:sp>
      <p:sp>
        <p:nvSpPr>
          <p:cNvPr id="120" name="Google Shape;120;p1"/>
          <p:cNvSpPr/>
          <p:nvPr/>
        </p:nvSpPr>
        <p:spPr>
          <a:xfrm>
            <a:off x="3131224" y="2032272"/>
            <a:ext cx="4572000"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Noto Sans Symbols"/>
              <a:buNone/>
            </a:pPr>
            <a:endParaRPr sz="2000" b="0" i="0" u="none" strike="noStrike" cap="none">
              <a:solidFill>
                <a:srgbClr val="000000"/>
              </a:solidFill>
              <a:latin typeface="Trebuchet MS" panose="020B0603020202020204"/>
              <a:ea typeface="Trebuchet MS" panose="020B0603020202020204"/>
              <a:cs typeface="Trebuchet MS" panose="020B0603020202020204"/>
              <a:sym typeface="Trebuchet MS" panose="020B0603020202020204"/>
            </a:endParaRPr>
          </a:p>
        </p:txBody>
      </p:sp>
      <p:sp>
        <p:nvSpPr>
          <p:cNvPr id="2" name="TextBox 1">
            <a:extLst>
              <a:ext uri="{FF2B5EF4-FFF2-40B4-BE49-F238E27FC236}">
                <a16:creationId xmlns:a16="http://schemas.microsoft.com/office/drawing/2014/main" id="{49A23041-45FC-9FAD-C6E3-84AA2721BC39}"/>
              </a:ext>
            </a:extLst>
          </p:cNvPr>
          <p:cNvSpPr txBox="1"/>
          <p:nvPr/>
        </p:nvSpPr>
        <p:spPr>
          <a:xfrm>
            <a:off x="2899317" y="4549288"/>
            <a:ext cx="3345365" cy="523220"/>
          </a:xfrm>
          <a:prstGeom prst="rect">
            <a:avLst/>
          </a:prstGeom>
          <a:noFill/>
        </p:spPr>
        <p:txBody>
          <a:bodyPr wrap="square" rtlCol="0">
            <a:spAutoFit/>
          </a:bodyPr>
          <a:lstStyle/>
          <a:p>
            <a:pPr algn="ctr"/>
            <a:r>
              <a:rPr lang="en-IN" dirty="0">
                <a:solidFill>
                  <a:schemeClr val="bg1">
                    <a:lumMod val="50000"/>
                  </a:schemeClr>
                </a:solidFill>
                <a:latin typeface="Times New Roman" panose="02020603050405020304" pitchFamily="18" charset="0"/>
                <a:ea typeface="Calibri" panose="020F0502020204030204" pitchFamily="34" charset="0"/>
                <a:cs typeface="Times New Roman" panose="02020603050405020304" pitchFamily="18" charset="0"/>
              </a:rPr>
              <a:t>Department of computer Science and Engineering</a:t>
            </a:r>
          </a:p>
        </p:txBody>
      </p:sp>
      <p:sp>
        <p:nvSpPr>
          <p:cNvPr id="3" name="TextBox 2">
            <a:extLst>
              <a:ext uri="{FF2B5EF4-FFF2-40B4-BE49-F238E27FC236}">
                <a16:creationId xmlns:a16="http://schemas.microsoft.com/office/drawing/2014/main" id="{8A9F6C11-5BB6-808E-31AF-9854BE6920D8}"/>
              </a:ext>
            </a:extLst>
          </p:cNvPr>
          <p:cNvSpPr txBox="1"/>
          <p:nvPr/>
        </p:nvSpPr>
        <p:spPr>
          <a:xfrm>
            <a:off x="8357197" y="4714142"/>
            <a:ext cx="223025" cy="276999"/>
          </a:xfrm>
          <a:prstGeom prst="rect">
            <a:avLst/>
          </a:prstGeom>
          <a:noFill/>
        </p:spPr>
        <p:txBody>
          <a:bodyPr wrap="square" rtlCol="0">
            <a:spAutoFit/>
          </a:bodyPr>
          <a:lstStyle/>
          <a:p>
            <a:r>
              <a:rPr lang="en-IN" sz="1200" dirty="0">
                <a:solidFill>
                  <a:schemeClr val="tx1"/>
                </a:solidFill>
              </a:rPr>
              <a:t>1</a:t>
            </a:r>
          </a:p>
        </p:txBody>
      </p:sp>
      <p:sp>
        <p:nvSpPr>
          <p:cNvPr id="17" name="TextBox 16">
            <a:extLst>
              <a:ext uri="{FF2B5EF4-FFF2-40B4-BE49-F238E27FC236}">
                <a16:creationId xmlns:a16="http://schemas.microsoft.com/office/drawing/2014/main" id="{45723298-514E-1193-93E2-D3CE7C4DA422}"/>
              </a:ext>
            </a:extLst>
          </p:cNvPr>
          <p:cNvSpPr txBox="1"/>
          <p:nvPr/>
        </p:nvSpPr>
        <p:spPr>
          <a:xfrm>
            <a:off x="278036" y="674258"/>
            <a:ext cx="8454856" cy="1569660"/>
          </a:xfrm>
          <a:prstGeom prst="rect">
            <a:avLst/>
          </a:prstGeom>
          <a:noFill/>
        </p:spPr>
        <p:txBody>
          <a:bodyPr wrap="square" rtlCol="0">
            <a:spAutoFit/>
          </a:bodyPr>
          <a:lstStyle/>
          <a:p>
            <a:pPr algn="ctr" fontAlgn="base"/>
            <a:r>
              <a:rPr lang="en-US" sz="3200" dirty="0">
                <a:latin typeface="Bookman Old Style" panose="02050604050505020204" pitchFamily="18" charset="0"/>
              </a:rPr>
              <a:t>Understanding the Performance of AI Algorithms in Text-Based Emotion Detection for Conversational Agents</a:t>
            </a:r>
            <a:endParaRPr lang="en-IN" sz="30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8A71C500-F6AB-6E6E-3DD2-5A2C8AAC84C3}"/>
              </a:ext>
            </a:extLst>
          </p:cNvPr>
          <p:cNvSpPr txBox="1"/>
          <p:nvPr/>
        </p:nvSpPr>
        <p:spPr>
          <a:xfrm>
            <a:off x="578415" y="2307532"/>
            <a:ext cx="1724721" cy="369332"/>
          </a:xfrm>
          <a:prstGeom prst="rect">
            <a:avLst/>
          </a:prstGeom>
          <a:noFill/>
        </p:spPr>
        <p:txBody>
          <a:bodyPr wrap="square" rtlCol="0">
            <a:spAutoFit/>
          </a:bodyPr>
          <a:lstStyle/>
          <a:p>
            <a:r>
              <a:rPr lang="en-IN" sz="1800" b="1" dirty="0">
                <a:latin typeface="Sylfaen" panose="010A0502050306030303" pitchFamily="18" charset="0"/>
                <a:cs typeface="Times New Roman" panose="02020603050405020304" pitchFamily="18" charset="0"/>
              </a:rPr>
              <a:t>Project Id:</a:t>
            </a:r>
            <a:endParaRPr lang="en-IN" sz="1800" dirty="0">
              <a:latin typeface="Sylfaen" panose="010A0502050306030303"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B7556BAE-027B-8738-5F07-8C445725A3B3}"/>
              </a:ext>
            </a:extLst>
          </p:cNvPr>
          <p:cNvSpPr txBox="1"/>
          <p:nvPr/>
        </p:nvSpPr>
        <p:spPr>
          <a:xfrm>
            <a:off x="278036" y="2812857"/>
            <a:ext cx="4888695" cy="369332"/>
          </a:xfrm>
          <a:prstGeom prst="rect">
            <a:avLst/>
          </a:prstGeom>
          <a:noFill/>
        </p:spPr>
        <p:txBody>
          <a:bodyPr wrap="square" rtlCol="0">
            <a:spAutoFit/>
          </a:bodyPr>
          <a:lstStyle/>
          <a:p>
            <a:r>
              <a:rPr lang="en-US" sz="1800" dirty="0">
                <a:latin typeface="Book Antiqua" panose="02040602050305030304" pitchFamily="18" charset="0"/>
              </a:rPr>
              <a:t>Team Details</a:t>
            </a:r>
            <a:r>
              <a:rPr lang="en-IN" altLang="en-US" sz="1800" dirty="0">
                <a:latin typeface="Book Antiqua" panose="02040602050305030304" pitchFamily="18" charset="0"/>
              </a:rPr>
              <a:t>:</a:t>
            </a:r>
            <a:endParaRPr lang="en-US" sz="1800" dirty="0">
              <a:latin typeface="Book Antiqua" panose="02040602050305030304" pitchFamily="18" charset="0"/>
            </a:endParaRPr>
          </a:p>
        </p:txBody>
      </p:sp>
      <p:sp>
        <p:nvSpPr>
          <p:cNvPr id="20" name="TextBox 19">
            <a:extLst>
              <a:ext uri="{FF2B5EF4-FFF2-40B4-BE49-F238E27FC236}">
                <a16:creationId xmlns:a16="http://schemas.microsoft.com/office/drawing/2014/main" id="{ECEC4123-E2FE-8908-18E1-DEC4C982C13F}"/>
              </a:ext>
            </a:extLst>
          </p:cNvPr>
          <p:cNvSpPr txBox="1"/>
          <p:nvPr/>
        </p:nvSpPr>
        <p:spPr>
          <a:xfrm>
            <a:off x="4571999" y="2930360"/>
            <a:ext cx="4690084" cy="369332"/>
          </a:xfrm>
          <a:prstGeom prst="rect">
            <a:avLst/>
          </a:prstGeom>
          <a:noFill/>
        </p:spPr>
        <p:txBody>
          <a:bodyPr wrap="square" rtlCol="0">
            <a:spAutoFit/>
          </a:bodyPr>
          <a:lstStyle/>
          <a:p>
            <a:r>
              <a:rPr lang="en-US" sz="1800" dirty="0">
                <a:latin typeface="Book Antiqua" panose="02040602050305030304" pitchFamily="18" charset="0"/>
              </a:rPr>
              <a:t>Guide</a:t>
            </a:r>
            <a:r>
              <a:rPr lang="en-IN" altLang="en-US" sz="1800" dirty="0">
                <a:latin typeface="Book Antiqua" panose="02040602050305030304" pitchFamily="18" charset="0"/>
              </a:rPr>
              <a:t>:</a:t>
            </a:r>
            <a:endParaRPr lang="en-US" sz="1800" dirty="0">
              <a:latin typeface="Book Antiqua" panose="0204060205030503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9" name="Google Shape;119;p1"/>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tx1"/>
                </a:solidFill>
                <a:latin typeface="Bookman Old Style" panose="02050604050505020204" pitchFamily="18" charset="0"/>
              </a:rPr>
              <a:t>2</a:t>
            </a:fld>
            <a:endParaRPr dirty="0">
              <a:solidFill>
                <a:schemeClr val="tx1"/>
              </a:solidFill>
              <a:latin typeface="Bookman Old Style" panose="02050604050505020204" pitchFamily="18" charset="0"/>
            </a:endParaRPr>
          </a:p>
        </p:txBody>
      </p:sp>
      <p:sp>
        <p:nvSpPr>
          <p:cNvPr id="2" name="Title 1"/>
          <p:cNvSpPr>
            <a:spLocks noGrp="1"/>
          </p:cNvSpPr>
          <p:nvPr>
            <p:ph type="title"/>
          </p:nvPr>
        </p:nvSpPr>
        <p:spPr>
          <a:xfrm>
            <a:off x="1441192" y="116075"/>
            <a:ext cx="8156183" cy="776995"/>
          </a:xfrm>
        </p:spPr>
        <p:txBody>
          <a:bodyPr/>
          <a:lstStyle/>
          <a:p>
            <a:pPr algn="l"/>
            <a:r>
              <a:rPr lang="en-IN" sz="3000" b="1" dirty="0">
                <a:solidFill>
                  <a:schemeClr val="tx1"/>
                </a:solidFill>
                <a:latin typeface="Times New Roman" panose="02020603050405020304" pitchFamily="18" charset="0"/>
                <a:cs typeface="Times New Roman" panose="02020603050405020304" pitchFamily="18" charset="0"/>
              </a:rPr>
              <a:t>Abstract</a:t>
            </a:r>
          </a:p>
        </p:txBody>
      </p:sp>
      <p:sp>
        <p:nvSpPr>
          <p:cNvPr id="3" name="TextBox 2">
            <a:extLst>
              <a:ext uri="{FF2B5EF4-FFF2-40B4-BE49-F238E27FC236}">
                <a16:creationId xmlns:a16="http://schemas.microsoft.com/office/drawing/2014/main" id="{2A211AAD-70F1-1DB8-0099-4B661E18EBF0}"/>
              </a:ext>
            </a:extLst>
          </p:cNvPr>
          <p:cNvSpPr txBox="1"/>
          <p:nvPr/>
        </p:nvSpPr>
        <p:spPr>
          <a:xfrm>
            <a:off x="327104" y="1004458"/>
            <a:ext cx="8601306" cy="3539430"/>
          </a:xfrm>
          <a:prstGeom prst="rect">
            <a:avLst/>
          </a:prstGeom>
          <a:noFill/>
        </p:spPr>
        <p:txBody>
          <a:bodyPr wrap="square" rtlCol="0">
            <a:spAutoFit/>
          </a:bodyPr>
          <a:lstStyle/>
          <a:p>
            <a:pPr algn="just"/>
            <a:r>
              <a:rPr lang="en-US" sz="1600" dirty="0">
                <a:latin typeface="Bookman Old Style" panose="02050604050505020204" pitchFamily="18" charset="0"/>
              </a:rPr>
              <a:t>This project presents a systematic evaluation of AI algorithms for text-based emotion detection in conversational agents. The proposed framework integrates text preprocessing techniques such as data cleaning, tokenization, and feature extraction using word embeddings and contextual representations to effectively handle unstructured textual data. Multiple models, including traditional machine learning classifiers, deep learning architectures, and transformer-based pre-trained language models, are implemented to identify and classify emotions from conversational text. A comparative analysis is conducted using benchmark emotion datasets to examine model robustness and cross-dataset generalization. Performance is evaluated using metrics such as Accuracy, Precision, Recall, F1-score, and confusion matrix analysis to assess both overall effectiveness and class-wise behavior. The results provide insights into selecting the most suitable algorithm for developing reliable, emotion-aware conversational systems that enhance user interaction quality and empathetic response generation.</a:t>
            </a:r>
            <a:endParaRPr lang="en-IN" sz="1600" dirty="0">
              <a:latin typeface="Bookman Old Style" panose="02050604050505020204" pitchFamily="18" charset="0"/>
            </a:endParaRPr>
          </a:p>
        </p:txBody>
      </p:sp>
      <p:sp>
        <p:nvSpPr>
          <p:cNvPr id="6" name="TextBox 5">
            <a:extLst>
              <a:ext uri="{FF2B5EF4-FFF2-40B4-BE49-F238E27FC236}">
                <a16:creationId xmlns:a16="http://schemas.microsoft.com/office/drawing/2014/main" id="{8922243B-C8BE-7427-A5D4-44D65CA055A5}"/>
              </a:ext>
            </a:extLst>
          </p:cNvPr>
          <p:cNvSpPr txBox="1"/>
          <p:nvPr/>
        </p:nvSpPr>
        <p:spPr>
          <a:xfrm>
            <a:off x="2948940" y="4504205"/>
            <a:ext cx="3246120" cy="523220"/>
          </a:xfrm>
          <a:prstGeom prst="rect">
            <a:avLst/>
          </a:prstGeom>
          <a:noFill/>
        </p:spPr>
        <p:txBody>
          <a:bodyPr wrap="square">
            <a:spAutoFit/>
          </a:bodyPr>
          <a:lstStyle/>
          <a:p>
            <a:pPr algn="ctr"/>
            <a:r>
              <a:rPr lang="en-IN" dirty="0">
                <a:solidFill>
                  <a:schemeClr val="bg1">
                    <a:lumMod val="50000"/>
                  </a:schemeClr>
                </a:solidFill>
                <a:latin typeface="Times New Roman" panose="02020603050405020304" pitchFamily="18" charset="0"/>
                <a:ea typeface="Calibri" panose="020F0502020204030204" pitchFamily="34" charset="0"/>
                <a:cs typeface="Times New Roman" panose="02020603050405020304" pitchFamily="18" charset="0"/>
              </a:rPr>
              <a:t>Department of computer Science and Engineering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6CC21E82-7FFB-32AF-EB01-D23967570E41}"/>
              </a:ext>
            </a:extLst>
          </p:cNvPr>
          <p:cNvSpPr>
            <a:spLocks noGrp="1"/>
          </p:cNvSpPr>
          <p:nvPr>
            <p:ph type="ftr" idx="11"/>
          </p:nvPr>
        </p:nvSpPr>
        <p:spPr/>
        <p:txBody>
          <a:bodyPr/>
          <a:lstStyle/>
          <a:p>
            <a:r>
              <a:rPr lang="en-US"/>
              <a:t>Department of Computer Science and Engineering</a:t>
            </a:r>
            <a:endParaRPr lang="en-US" dirty="0"/>
          </a:p>
        </p:txBody>
      </p:sp>
      <p:sp>
        <p:nvSpPr>
          <p:cNvPr id="7" name="Slide Number Placeholder 6">
            <a:extLst>
              <a:ext uri="{FF2B5EF4-FFF2-40B4-BE49-F238E27FC236}">
                <a16:creationId xmlns:a16="http://schemas.microsoft.com/office/drawing/2014/main" id="{93DA739A-9A8F-B2A0-4105-63D98BFB11EC}"/>
              </a:ext>
            </a:extLst>
          </p:cNvPr>
          <p:cNvSpPr>
            <a:spLocks noGrp="1"/>
          </p:cNvSpPr>
          <p:nvPr>
            <p:ph type="sldNum" idx="12"/>
          </p:nvPr>
        </p:nvSpPr>
        <p:spPr/>
        <p:txBody>
          <a:bodyPr/>
          <a:lstStyle/>
          <a:p>
            <a:fld id="{00000000-1234-1234-1234-123412341234}" type="slidenum">
              <a:rPr lang="en-US" smtClean="0"/>
              <a:pPr/>
              <a:t>3</a:t>
            </a:fld>
            <a:endParaRPr lang="en-US" dirty="0"/>
          </a:p>
        </p:txBody>
      </p:sp>
      <p:sp>
        <p:nvSpPr>
          <p:cNvPr id="10" name="TextBox 9">
            <a:extLst>
              <a:ext uri="{FF2B5EF4-FFF2-40B4-BE49-F238E27FC236}">
                <a16:creationId xmlns:a16="http://schemas.microsoft.com/office/drawing/2014/main" id="{8B9825DF-A53A-A040-601D-285B17E7A208}"/>
              </a:ext>
            </a:extLst>
          </p:cNvPr>
          <p:cNvSpPr txBox="1"/>
          <p:nvPr/>
        </p:nvSpPr>
        <p:spPr>
          <a:xfrm>
            <a:off x="1248122" y="291457"/>
            <a:ext cx="3177040" cy="400110"/>
          </a:xfrm>
          <a:prstGeom prst="rect">
            <a:avLst/>
          </a:prstGeom>
          <a:noFill/>
        </p:spPr>
        <p:txBody>
          <a:bodyPr wrap="square" rtlCol="0">
            <a:spAutoFit/>
          </a:bodyPr>
          <a:lstStyle/>
          <a:p>
            <a:r>
              <a:rPr lang="en-IN" sz="2000" b="1" dirty="0"/>
              <a:t>CLASS DIAGRAM</a:t>
            </a:r>
          </a:p>
        </p:txBody>
      </p:sp>
      <p:pic>
        <p:nvPicPr>
          <p:cNvPr id="4" name="Picture 3">
            <a:extLst>
              <a:ext uri="{FF2B5EF4-FFF2-40B4-BE49-F238E27FC236}">
                <a16:creationId xmlns:a16="http://schemas.microsoft.com/office/drawing/2014/main" id="{867B8CA2-D806-E6B6-A37C-0EE2F093AED1}"/>
              </a:ext>
            </a:extLst>
          </p:cNvPr>
          <p:cNvPicPr>
            <a:picLocks noChangeAspect="1"/>
          </p:cNvPicPr>
          <p:nvPr/>
        </p:nvPicPr>
        <p:blipFill>
          <a:blip r:embed="rId2"/>
          <a:stretch>
            <a:fillRect/>
          </a:stretch>
        </p:blipFill>
        <p:spPr>
          <a:xfrm>
            <a:off x="1719730" y="803288"/>
            <a:ext cx="5704540" cy="4340212"/>
          </a:xfrm>
          <a:prstGeom prst="rect">
            <a:avLst/>
          </a:prstGeom>
        </p:spPr>
      </p:pic>
    </p:spTree>
    <p:extLst>
      <p:ext uri="{BB962C8B-B14F-4D97-AF65-F5344CB8AC3E}">
        <p14:creationId xmlns:p14="http://schemas.microsoft.com/office/powerpoint/2010/main" val="1758480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7602F9B2-EEFA-949E-51FC-48B972CCE080}"/>
              </a:ext>
            </a:extLst>
          </p:cNvPr>
          <p:cNvSpPr>
            <a:spLocks noGrp="1"/>
          </p:cNvSpPr>
          <p:nvPr>
            <p:ph type="ftr" idx="11"/>
          </p:nvPr>
        </p:nvSpPr>
        <p:spPr/>
        <p:txBody>
          <a:bodyPr/>
          <a:lstStyle/>
          <a:p>
            <a:r>
              <a:rPr lang="en-US"/>
              <a:t>Department of Computer Science and Engineering</a:t>
            </a:r>
            <a:endParaRPr lang="en-US" dirty="0"/>
          </a:p>
        </p:txBody>
      </p:sp>
      <p:sp>
        <p:nvSpPr>
          <p:cNvPr id="7" name="Slide Number Placeholder 6">
            <a:extLst>
              <a:ext uri="{FF2B5EF4-FFF2-40B4-BE49-F238E27FC236}">
                <a16:creationId xmlns:a16="http://schemas.microsoft.com/office/drawing/2014/main" id="{61909DA7-51BD-5397-F261-56F3C83904C2}"/>
              </a:ext>
            </a:extLst>
          </p:cNvPr>
          <p:cNvSpPr>
            <a:spLocks noGrp="1"/>
          </p:cNvSpPr>
          <p:nvPr>
            <p:ph type="sldNum" idx="12"/>
          </p:nvPr>
        </p:nvSpPr>
        <p:spPr/>
        <p:txBody>
          <a:bodyPr/>
          <a:lstStyle/>
          <a:p>
            <a:fld id="{00000000-1234-1234-1234-123412341234}" type="slidenum">
              <a:rPr lang="en-US" smtClean="0"/>
              <a:pPr/>
              <a:t>4</a:t>
            </a:fld>
            <a:endParaRPr lang="en-US" dirty="0"/>
          </a:p>
        </p:txBody>
      </p:sp>
      <p:sp>
        <p:nvSpPr>
          <p:cNvPr id="10" name="TextBox 9">
            <a:extLst>
              <a:ext uri="{FF2B5EF4-FFF2-40B4-BE49-F238E27FC236}">
                <a16:creationId xmlns:a16="http://schemas.microsoft.com/office/drawing/2014/main" id="{08316372-A657-DAE8-B093-0335A53AE0E4}"/>
              </a:ext>
            </a:extLst>
          </p:cNvPr>
          <p:cNvSpPr txBox="1"/>
          <p:nvPr/>
        </p:nvSpPr>
        <p:spPr>
          <a:xfrm>
            <a:off x="1288169" y="226931"/>
            <a:ext cx="2789921" cy="400110"/>
          </a:xfrm>
          <a:prstGeom prst="rect">
            <a:avLst/>
          </a:prstGeom>
          <a:noFill/>
        </p:spPr>
        <p:txBody>
          <a:bodyPr wrap="square" rtlCol="0">
            <a:spAutoFit/>
          </a:bodyPr>
          <a:lstStyle/>
          <a:p>
            <a:r>
              <a:rPr lang="en-IN" sz="2000" b="1" dirty="0"/>
              <a:t>OBJECT DIAGRAM</a:t>
            </a:r>
          </a:p>
        </p:txBody>
      </p:sp>
      <p:pic>
        <p:nvPicPr>
          <p:cNvPr id="4" name="Picture 3">
            <a:extLst>
              <a:ext uri="{FF2B5EF4-FFF2-40B4-BE49-F238E27FC236}">
                <a16:creationId xmlns:a16="http://schemas.microsoft.com/office/drawing/2014/main" id="{6A03BE92-F224-3C08-A7C9-A905E510ED75}"/>
              </a:ext>
            </a:extLst>
          </p:cNvPr>
          <p:cNvPicPr>
            <a:picLocks noChangeAspect="1"/>
          </p:cNvPicPr>
          <p:nvPr/>
        </p:nvPicPr>
        <p:blipFill>
          <a:blip r:embed="rId2"/>
          <a:stretch>
            <a:fillRect/>
          </a:stretch>
        </p:blipFill>
        <p:spPr>
          <a:xfrm>
            <a:off x="1761814" y="814640"/>
            <a:ext cx="5620372" cy="4328860"/>
          </a:xfrm>
          <a:prstGeom prst="rect">
            <a:avLst/>
          </a:prstGeom>
        </p:spPr>
      </p:pic>
    </p:spTree>
    <p:extLst>
      <p:ext uri="{BB962C8B-B14F-4D97-AF65-F5344CB8AC3E}">
        <p14:creationId xmlns:p14="http://schemas.microsoft.com/office/powerpoint/2010/main" val="670867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CB9B1E7-5BD2-7E0E-8EE2-522E779996BF}"/>
              </a:ext>
            </a:extLst>
          </p:cNvPr>
          <p:cNvSpPr>
            <a:spLocks noGrp="1"/>
          </p:cNvSpPr>
          <p:nvPr>
            <p:ph type="ftr" idx="11"/>
          </p:nvPr>
        </p:nvSpPr>
        <p:spPr/>
        <p:txBody>
          <a:bodyPr/>
          <a:lstStyle/>
          <a:p>
            <a:r>
              <a:rPr lang="en-US" dirty="0"/>
              <a:t>Department of Computer Science and Engineering</a:t>
            </a:r>
          </a:p>
        </p:txBody>
      </p:sp>
      <p:sp>
        <p:nvSpPr>
          <p:cNvPr id="7" name="Slide Number Placeholder 6">
            <a:extLst>
              <a:ext uri="{FF2B5EF4-FFF2-40B4-BE49-F238E27FC236}">
                <a16:creationId xmlns:a16="http://schemas.microsoft.com/office/drawing/2014/main" id="{22842FA8-4C6D-F698-42FF-5A0B1B82B17B}"/>
              </a:ext>
            </a:extLst>
          </p:cNvPr>
          <p:cNvSpPr>
            <a:spLocks noGrp="1"/>
          </p:cNvSpPr>
          <p:nvPr>
            <p:ph type="sldNum" idx="12"/>
          </p:nvPr>
        </p:nvSpPr>
        <p:spPr/>
        <p:txBody>
          <a:bodyPr/>
          <a:lstStyle/>
          <a:p>
            <a:fld id="{00000000-1234-1234-1234-123412341234}" type="slidenum">
              <a:rPr lang="en-US" smtClean="0"/>
              <a:pPr/>
              <a:t>5</a:t>
            </a:fld>
            <a:endParaRPr lang="en-US" dirty="0"/>
          </a:p>
        </p:txBody>
      </p:sp>
      <p:sp>
        <p:nvSpPr>
          <p:cNvPr id="10" name="TextBox 9">
            <a:extLst>
              <a:ext uri="{FF2B5EF4-FFF2-40B4-BE49-F238E27FC236}">
                <a16:creationId xmlns:a16="http://schemas.microsoft.com/office/drawing/2014/main" id="{87E6D459-25AF-5017-91F3-F32B27FFF2A7}"/>
              </a:ext>
            </a:extLst>
          </p:cNvPr>
          <p:cNvSpPr txBox="1"/>
          <p:nvPr/>
        </p:nvSpPr>
        <p:spPr>
          <a:xfrm>
            <a:off x="1591327" y="198548"/>
            <a:ext cx="3177040" cy="400110"/>
          </a:xfrm>
          <a:prstGeom prst="rect">
            <a:avLst/>
          </a:prstGeom>
          <a:noFill/>
        </p:spPr>
        <p:txBody>
          <a:bodyPr wrap="square" rtlCol="0">
            <a:spAutoFit/>
          </a:bodyPr>
          <a:lstStyle/>
          <a:p>
            <a:r>
              <a:rPr lang="en-IN" sz="2000" b="1" dirty="0"/>
              <a:t>USECASE DIAGRAM</a:t>
            </a:r>
          </a:p>
        </p:txBody>
      </p:sp>
      <p:pic>
        <p:nvPicPr>
          <p:cNvPr id="3" name="Picture 2">
            <a:extLst>
              <a:ext uri="{FF2B5EF4-FFF2-40B4-BE49-F238E27FC236}">
                <a16:creationId xmlns:a16="http://schemas.microsoft.com/office/drawing/2014/main" id="{D9844BE3-285F-20E8-0C58-65BC25A680D7}"/>
              </a:ext>
            </a:extLst>
          </p:cNvPr>
          <p:cNvPicPr>
            <a:picLocks noChangeAspect="1"/>
          </p:cNvPicPr>
          <p:nvPr/>
        </p:nvPicPr>
        <p:blipFill>
          <a:blip r:embed="rId2"/>
          <a:srcRect/>
          <a:stretch/>
        </p:blipFill>
        <p:spPr>
          <a:xfrm>
            <a:off x="1791218" y="630330"/>
            <a:ext cx="5523982" cy="4512210"/>
          </a:xfrm>
          <a:prstGeom prst="rect">
            <a:avLst/>
          </a:prstGeom>
        </p:spPr>
      </p:pic>
    </p:spTree>
    <p:extLst>
      <p:ext uri="{BB962C8B-B14F-4D97-AF65-F5344CB8AC3E}">
        <p14:creationId xmlns:p14="http://schemas.microsoft.com/office/powerpoint/2010/main" val="1304932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D18DAD9E-4A5D-4D78-DB82-B5181920D488}"/>
              </a:ext>
            </a:extLst>
          </p:cNvPr>
          <p:cNvSpPr txBox="1"/>
          <p:nvPr/>
        </p:nvSpPr>
        <p:spPr>
          <a:xfrm>
            <a:off x="1394960" y="298249"/>
            <a:ext cx="3177040" cy="400110"/>
          </a:xfrm>
          <a:prstGeom prst="rect">
            <a:avLst/>
          </a:prstGeom>
          <a:noFill/>
        </p:spPr>
        <p:txBody>
          <a:bodyPr wrap="square" rtlCol="0">
            <a:spAutoFit/>
          </a:bodyPr>
          <a:lstStyle/>
          <a:p>
            <a:r>
              <a:rPr lang="en-IN" sz="2000" b="1" dirty="0"/>
              <a:t>SEQUENCE DIAGRAM</a:t>
            </a:r>
          </a:p>
        </p:txBody>
      </p:sp>
      <p:pic>
        <p:nvPicPr>
          <p:cNvPr id="4" name="Picture 3">
            <a:extLst>
              <a:ext uri="{FF2B5EF4-FFF2-40B4-BE49-F238E27FC236}">
                <a16:creationId xmlns:a16="http://schemas.microsoft.com/office/drawing/2014/main" id="{18006603-660F-7D5B-9FEA-60F1431D1E81}"/>
              </a:ext>
            </a:extLst>
          </p:cNvPr>
          <p:cNvPicPr>
            <a:picLocks noChangeAspect="1"/>
          </p:cNvPicPr>
          <p:nvPr/>
        </p:nvPicPr>
        <p:blipFill>
          <a:blip r:embed="rId2"/>
          <a:stretch>
            <a:fillRect/>
          </a:stretch>
        </p:blipFill>
        <p:spPr>
          <a:xfrm>
            <a:off x="1532778" y="654003"/>
            <a:ext cx="6078444" cy="4489497"/>
          </a:xfrm>
          <a:prstGeom prst="rect">
            <a:avLst/>
          </a:prstGeom>
        </p:spPr>
      </p:pic>
    </p:spTree>
    <p:extLst>
      <p:ext uri="{BB962C8B-B14F-4D97-AF65-F5344CB8AC3E}">
        <p14:creationId xmlns:p14="http://schemas.microsoft.com/office/powerpoint/2010/main" val="4214369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B303B959-C7F2-EF04-E1E9-44B55E090AED}"/>
              </a:ext>
            </a:extLst>
          </p:cNvPr>
          <p:cNvSpPr txBox="1"/>
          <p:nvPr/>
        </p:nvSpPr>
        <p:spPr>
          <a:xfrm>
            <a:off x="1081261" y="491808"/>
            <a:ext cx="4285000" cy="400110"/>
          </a:xfrm>
          <a:prstGeom prst="rect">
            <a:avLst/>
          </a:prstGeom>
          <a:noFill/>
        </p:spPr>
        <p:txBody>
          <a:bodyPr wrap="square" rtlCol="0">
            <a:spAutoFit/>
          </a:bodyPr>
          <a:lstStyle/>
          <a:p>
            <a:r>
              <a:rPr lang="en-IN" sz="2000" b="1" dirty="0"/>
              <a:t>COLLABORATION DIAGRAM</a:t>
            </a:r>
          </a:p>
        </p:txBody>
      </p:sp>
      <p:pic>
        <p:nvPicPr>
          <p:cNvPr id="4" name="Picture 3">
            <a:extLst>
              <a:ext uri="{FF2B5EF4-FFF2-40B4-BE49-F238E27FC236}">
                <a16:creationId xmlns:a16="http://schemas.microsoft.com/office/drawing/2014/main" id="{46CD0B61-B811-01C2-4DFF-67D3958F1AD6}"/>
              </a:ext>
            </a:extLst>
          </p:cNvPr>
          <p:cNvPicPr>
            <a:picLocks noChangeAspect="1"/>
          </p:cNvPicPr>
          <p:nvPr/>
        </p:nvPicPr>
        <p:blipFill>
          <a:blip r:embed="rId2"/>
          <a:stretch>
            <a:fillRect/>
          </a:stretch>
        </p:blipFill>
        <p:spPr>
          <a:xfrm>
            <a:off x="681380" y="891918"/>
            <a:ext cx="7781239" cy="3603686"/>
          </a:xfrm>
          <a:prstGeom prst="rect">
            <a:avLst/>
          </a:prstGeom>
        </p:spPr>
      </p:pic>
    </p:spTree>
    <p:extLst>
      <p:ext uri="{BB962C8B-B14F-4D97-AF65-F5344CB8AC3E}">
        <p14:creationId xmlns:p14="http://schemas.microsoft.com/office/powerpoint/2010/main" val="2051121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F10A3C09-DD06-F6A2-CC7B-846BA9212F72}"/>
              </a:ext>
            </a:extLst>
          </p:cNvPr>
          <p:cNvSpPr>
            <a:spLocks noGrp="1"/>
          </p:cNvSpPr>
          <p:nvPr>
            <p:ph type="ftr" idx="11"/>
          </p:nvPr>
        </p:nvSpPr>
        <p:spPr/>
        <p:txBody>
          <a:bodyPr/>
          <a:lstStyle/>
          <a:p>
            <a:r>
              <a:rPr lang="en-US"/>
              <a:t>Department of Computer Science and Engineering</a:t>
            </a:r>
            <a:endParaRPr lang="en-US" dirty="0"/>
          </a:p>
        </p:txBody>
      </p:sp>
      <p:sp>
        <p:nvSpPr>
          <p:cNvPr id="7" name="Slide Number Placeholder 6">
            <a:extLst>
              <a:ext uri="{FF2B5EF4-FFF2-40B4-BE49-F238E27FC236}">
                <a16:creationId xmlns:a16="http://schemas.microsoft.com/office/drawing/2014/main" id="{2304D425-6371-C03C-D4B9-988B70CF2025}"/>
              </a:ext>
            </a:extLst>
          </p:cNvPr>
          <p:cNvSpPr>
            <a:spLocks noGrp="1"/>
          </p:cNvSpPr>
          <p:nvPr>
            <p:ph type="sldNum" idx="12"/>
          </p:nvPr>
        </p:nvSpPr>
        <p:spPr/>
        <p:txBody>
          <a:bodyPr/>
          <a:lstStyle/>
          <a:p>
            <a:fld id="{00000000-1234-1234-1234-123412341234}" type="slidenum">
              <a:rPr lang="en-US" smtClean="0"/>
              <a:pPr/>
              <a:t>8</a:t>
            </a:fld>
            <a:endParaRPr lang="en-US" dirty="0"/>
          </a:p>
        </p:txBody>
      </p:sp>
      <p:sp>
        <p:nvSpPr>
          <p:cNvPr id="11" name="TextBox 10">
            <a:extLst>
              <a:ext uri="{FF2B5EF4-FFF2-40B4-BE49-F238E27FC236}">
                <a16:creationId xmlns:a16="http://schemas.microsoft.com/office/drawing/2014/main" id="{E7E242B1-2F55-4529-47CD-5C05883335FB}"/>
              </a:ext>
            </a:extLst>
          </p:cNvPr>
          <p:cNvSpPr txBox="1"/>
          <p:nvPr/>
        </p:nvSpPr>
        <p:spPr>
          <a:xfrm>
            <a:off x="1469285" y="102336"/>
            <a:ext cx="3309829" cy="400110"/>
          </a:xfrm>
          <a:prstGeom prst="rect">
            <a:avLst/>
          </a:prstGeom>
          <a:noFill/>
        </p:spPr>
        <p:txBody>
          <a:bodyPr wrap="square" rtlCol="0">
            <a:spAutoFit/>
          </a:bodyPr>
          <a:lstStyle/>
          <a:p>
            <a:r>
              <a:rPr lang="en-IN" sz="2000" b="1" dirty="0"/>
              <a:t>STATECHART DIAGRAM</a:t>
            </a:r>
          </a:p>
        </p:txBody>
      </p:sp>
      <p:pic>
        <p:nvPicPr>
          <p:cNvPr id="4" name="Picture 3">
            <a:extLst>
              <a:ext uri="{FF2B5EF4-FFF2-40B4-BE49-F238E27FC236}">
                <a16:creationId xmlns:a16="http://schemas.microsoft.com/office/drawing/2014/main" id="{4549A8ED-A8BB-720A-BCD5-9F509677A463}"/>
              </a:ext>
            </a:extLst>
          </p:cNvPr>
          <p:cNvPicPr>
            <a:picLocks noChangeAspect="1"/>
          </p:cNvPicPr>
          <p:nvPr/>
        </p:nvPicPr>
        <p:blipFill>
          <a:blip r:embed="rId2"/>
          <a:stretch>
            <a:fillRect/>
          </a:stretch>
        </p:blipFill>
        <p:spPr>
          <a:xfrm>
            <a:off x="4655177" y="0"/>
            <a:ext cx="2171209" cy="5143500"/>
          </a:xfrm>
          <a:prstGeom prst="rect">
            <a:avLst/>
          </a:prstGeom>
        </p:spPr>
      </p:pic>
    </p:spTree>
    <p:extLst>
      <p:ext uri="{BB962C8B-B14F-4D97-AF65-F5344CB8AC3E}">
        <p14:creationId xmlns:p14="http://schemas.microsoft.com/office/powerpoint/2010/main" val="318488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2A196B5-4CD4-7AB1-E6C3-EF938C317586}"/>
              </a:ext>
            </a:extLst>
          </p:cNvPr>
          <p:cNvSpPr>
            <a:spLocks noGrp="1"/>
          </p:cNvSpPr>
          <p:nvPr>
            <p:ph type="sldNum" idx="12"/>
          </p:nvPr>
        </p:nvSpPr>
        <p:spPr/>
        <p:txBody>
          <a:bodyPr/>
          <a:lstStyle/>
          <a:p>
            <a:fld id="{00000000-1234-1234-1234-123412341234}" type="slidenum">
              <a:rPr lang="en-US" smtClean="0"/>
              <a:pPr/>
              <a:t>9</a:t>
            </a:fld>
            <a:endParaRPr lang="en-US" dirty="0"/>
          </a:p>
        </p:txBody>
      </p:sp>
      <p:sp>
        <p:nvSpPr>
          <p:cNvPr id="10" name="TextBox 9">
            <a:extLst>
              <a:ext uri="{FF2B5EF4-FFF2-40B4-BE49-F238E27FC236}">
                <a16:creationId xmlns:a16="http://schemas.microsoft.com/office/drawing/2014/main" id="{43E2969C-A0BA-A8B1-9507-43B0DF7892DD}"/>
              </a:ext>
            </a:extLst>
          </p:cNvPr>
          <p:cNvSpPr txBox="1"/>
          <p:nvPr/>
        </p:nvSpPr>
        <p:spPr>
          <a:xfrm>
            <a:off x="6244376" y="1900000"/>
            <a:ext cx="1775406" cy="707886"/>
          </a:xfrm>
          <a:prstGeom prst="rect">
            <a:avLst/>
          </a:prstGeom>
          <a:noFill/>
        </p:spPr>
        <p:txBody>
          <a:bodyPr wrap="square" rtlCol="0">
            <a:spAutoFit/>
          </a:bodyPr>
          <a:lstStyle/>
          <a:p>
            <a:r>
              <a:rPr lang="en-IN" sz="2000" b="1" dirty="0"/>
              <a:t>ACTIVITY</a:t>
            </a:r>
          </a:p>
          <a:p>
            <a:r>
              <a:rPr lang="en-IN" sz="2000" b="1" dirty="0"/>
              <a:t> DIAGRAM</a:t>
            </a:r>
          </a:p>
        </p:txBody>
      </p:sp>
      <p:pic>
        <p:nvPicPr>
          <p:cNvPr id="6" name="Picture 5">
            <a:extLst>
              <a:ext uri="{FF2B5EF4-FFF2-40B4-BE49-F238E27FC236}">
                <a16:creationId xmlns:a16="http://schemas.microsoft.com/office/drawing/2014/main" id="{44BED258-06FE-0468-6A40-73FFCAA52CCE}"/>
              </a:ext>
            </a:extLst>
          </p:cNvPr>
          <p:cNvPicPr>
            <a:picLocks noChangeAspect="1"/>
          </p:cNvPicPr>
          <p:nvPr/>
        </p:nvPicPr>
        <p:blipFill>
          <a:blip r:embed="rId2"/>
          <a:stretch>
            <a:fillRect/>
          </a:stretch>
        </p:blipFill>
        <p:spPr>
          <a:xfrm>
            <a:off x="3105299" y="0"/>
            <a:ext cx="2933402" cy="5143500"/>
          </a:xfrm>
          <a:prstGeom prst="rect">
            <a:avLst/>
          </a:prstGeom>
        </p:spPr>
      </p:pic>
    </p:spTree>
    <p:extLst>
      <p:ext uri="{BB962C8B-B14F-4D97-AF65-F5344CB8AC3E}">
        <p14:creationId xmlns:p14="http://schemas.microsoft.com/office/powerpoint/2010/main" val="1376634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8588A07-BECA-31C4-CA56-BC2DD314FA4A}"/>
              </a:ext>
            </a:extLst>
          </p:cNvPr>
          <p:cNvSpPr>
            <a:spLocks noGrp="1"/>
          </p:cNvSpPr>
          <p:nvPr>
            <p:ph type="sldNum" idx="12"/>
          </p:nvPr>
        </p:nvSpPr>
        <p:spPr/>
        <p:txBody>
          <a:bodyPr/>
          <a:lstStyle/>
          <a:p>
            <a:fld id="{00000000-1234-1234-1234-123412341234}" type="slidenum">
              <a:rPr lang="en-US" smtClean="0"/>
              <a:pPr/>
              <a:t>10</a:t>
            </a:fld>
            <a:endParaRPr lang="en-US" dirty="0"/>
          </a:p>
        </p:txBody>
      </p:sp>
      <p:sp>
        <p:nvSpPr>
          <p:cNvPr id="12" name="TextBox 11">
            <a:extLst>
              <a:ext uri="{FF2B5EF4-FFF2-40B4-BE49-F238E27FC236}">
                <a16:creationId xmlns:a16="http://schemas.microsoft.com/office/drawing/2014/main" id="{00E998AF-B865-0233-6829-EBFDF0F920BF}"/>
              </a:ext>
            </a:extLst>
          </p:cNvPr>
          <p:cNvSpPr txBox="1"/>
          <p:nvPr/>
        </p:nvSpPr>
        <p:spPr>
          <a:xfrm>
            <a:off x="1590274" y="181003"/>
            <a:ext cx="3704323" cy="400110"/>
          </a:xfrm>
          <a:prstGeom prst="rect">
            <a:avLst/>
          </a:prstGeom>
          <a:noFill/>
        </p:spPr>
        <p:txBody>
          <a:bodyPr wrap="square" rtlCol="0">
            <a:spAutoFit/>
          </a:bodyPr>
          <a:lstStyle/>
          <a:p>
            <a:r>
              <a:rPr lang="en-IN" sz="2000" b="1" dirty="0"/>
              <a:t>COMPONENT DIAGRAM</a:t>
            </a:r>
          </a:p>
        </p:txBody>
      </p:sp>
      <p:pic>
        <p:nvPicPr>
          <p:cNvPr id="4" name="Picture 3">
            <a:extLst>
              <a:ext uri="{FF2B5EF4-FFF2-40B4-BE49-F238E27FC236}">
                <a16:creationId xmlns:a16="http://schemas.microsoft.com/office/drawing/2014/main" id="{A53DC9B1-8F41-260D-B57F-8FCE81E196E1}"/>
              </a:ext>
            </a:extLst>
          </p:cNvPr>
          <p:cNvPicPr>
            <a:picLocks noChangeAspect="1"/>
          </p:cNvPicPr>
          <p:nvPr/>
        </p:nvPicPr>
        <p:blipFill>
          <a:blip r:embed="rId2"/>
          <a:srcRect t="2422" r="14219" b="2471"/>
          <a:stretch>
            <a:fillRect/>
          </a:stretch>
        </p:blipFill>
        <p:spPr>
          <a:xfrm>
            <a:off x="2341619" y="622794"/>
            <a:ext cx="4460762" cy="4449106"/>
          </a:xfrm>
          <a:prstGeom prst="rect">
            <a:avLst/>
          </a:prstGeom>
        </p:spPr>
      </p:pic>
    </p:spTree>
    <p:extLst>
      <p:ext uri="{BB962C8B-B14F-4D97-AF65-F5344CB8AC3E}">
        <p14:creationId xmlns:p14="http://schemas.microsoft.com/office/powerpoint/2010/main" val="3548808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062CADB-8DD1-00CD-80E4-3CE94E6A124C}"/>
              </a:ext>
            </a:extLst>
          </p:cNvPr>
          <p:cNvSpPr>
            <a:spLocks noGrp="1"/>
          </p:cNvSpPr>
          <p:nvPr>
            <p:ph type="sldNum" idx="12"/>
          </p:nvPr>
        </p:nvSpPr>
        <p:spPr/>
        <p:txBody>
          <a:bodyPr/>
          <a:lstStyle/>
          <a:p>
            <a:fld id="{00000000-1234-1234-1234-123412341234}" type="slidenum">
              <a:rPr lang="en-US" smtClean="0"/>
              <a:pPr/>
              <a:t>11</a:t>
            </a:fld>
            <a:endParaRPr lang="en-US" dirty="0"/>
          </a:p>
        </p:txBody>
      </p:sp>
      <p:sp>
        <p:nvSpPr>
          <p:cNvPr id="10" name="TextBox 9">
            <a:extLst>
              <a:ext uri="{FF2B5EF4-FFF2-40B4-BE49-F238E27FC236}">
                <a16:creationId xmlns:a16="http://schemas.microsoft.com/office/drawing/2014/main" id="{3D032F05-5DD8-974B-0DFF-B6E3F6D30E93}"/>
              </a:ext>
            </a:extLst>
          </p:cNvPr>
          <p:cNvSpPr txBox="1"/>
          <p:nvPr/>
        </p:nvSpPr>
        <p:spPr>
          <a:xfrm>
            <a:off x="1548321" y="191418"/>
            <a:ext cx="3704323" cy="400110"/>
          </a:xfrm>
          <a:prstGeom prst="rect">
            <a:avLst/>
          </a:prstGeom>
          <a:noFill/>
        </p:spPr>
        <p:txBody>
          <a:bodyPr wrap="square" rtlCol="0">
            <a:spAutoFit/>
          </a:bodyPr>
          <a:lstStyle/>
          <a:p>
            <a:r>
              <a:rPr lang="en-IN" sz="2000" b="1" dirty="0"/>
              <a:t>DEPLOYMENT DIAGRAM</a:t>
            </a:r>
          </a:p>
        </p:txBody>
      </p:sp>
      <p:pic>
        <p:nvPicPr>
          <p:cNvPr id="4" name="Picture 3">
            <a:extLst>
              <a:ext uri="{FF2B5EF4-FFF2-40B4-BE49-F238E27FC236}">
                <a16:creationId xmlns:a16="http://schemas.microsoft.com/office/drawing/2014/main" id="{58668B4C-56E4-C4CD-3A7A-9716C762EFCC}"/>
              </a:ext>
            </a:extLst>
          </p:cNvPr>
          <p:cNvPicPr>
            <a:picLocks noChangeAspect="1"/>
          </p:cNvPicPr>
          <p:nvPr/>
        </p:nvPicPr>
        <p:blipFill>
          <a:blip r:embed="rId2"/>
          <a:stretch>
            <a:fillRect/>
          </a:stretch>
        </p:blipFill>
        <p:spPr>
          <a:xfrm>
            <a:off x="2035664" y="788315"/>
            <a:ext cx="5072671" cy="4355185"/>
          </a:xfrm>
          <a:prstGeom prst="rect">
            <a:avLst/>
          </a:prstGeom>
        </p:spPr>
      </p:pic>
    </p:spTree>
    <p:extLst>
      <p:ext uri="{BB962C8B-B14F-4D97-AF65-F5344CB8AC3E}">
        <p14:creationId xmlns:p14="http://schemas.microsoft.com/office/powerpoint/2010/main" val="37597462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BA68C3A4-F709-CD2E-7584-153E73C81EF3}"/>
              </a:ext>
            </a:extLst>
          </p:cNvPr>
          <p:cNvSpPr>
            <a:spLocks noGrp="1"/>
          </p:cNvSpPr>
          <p:nvPr>
            <p:ph type="ftr" idx="11"/>
          </p:nvPr>
        </p:nvSpPr>
        <p:spPr/>
        <p:txBody>
          <a:bodyPr/>
          <a:lstStyle/>
          <a:p>
            <a:r>
              <a:rPr lang="en-US"/>
              <a:t>Department of Computer Science and Engineering</a:t>
            </a:r>
            <a:endParaRPr lang="en-US" dirty="0"/>
          </a:p>
        </p:txBody>
      </p:sp>
      <p:sp>
        <p:nvSpPr>
          <p:cNvPr id="10" name="TextBox 9">
            <a:extLst>
              <a:ext uri="{FF2B5EF4-FFF2-40B4-BE49-F238E27FC236}">
                <a16:creationId xmlns:a16="http://schemas.microsoft.com/office/drawing/2014/main" id="{94B88A18-CBA1-193B-03F3-E37011B0599B}"/>
              </a:ext>
            </a:extLst>
          </p:cNvPr>
          <p:cNvSpPr txBox="1"/>
          <p:nvPr/>
        </p:nvSpPr>
        <p:spPr>
          <a:xfrm>
            <a:off x="2836642" y="2037665"/>
            <a:ext cx="3731019" cy="769441"/>
          </a:xfrm>
          <a:prstGeom prst="rect">
            <a:avLst/>
          </a:prstGeom>
          <a:noFill/>
        </p:spPr>
        <p:txBody>
          <a:bodyPr wrap="square" rtlCol="0">
            <a:spAutoFit/>
          </a:bodyPr>
          <a:lstStyle/>
          <a:p>
            <a:r>
              <a:rPr lang="en-IN" sz="44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067842338"/>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1834</TotalTime>
  <Words>243</Words>
  <Application>Microsoft Office PowerPoint</Application>
  <PresentationFormat>On-screen Show (16:9)</PresentationFormat>
  <Paragraphs>33</Paragraphs>
  <Slides>12</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Times New Roman</vt:lpstr>
      <vt:lpstr>Arial</vt:lpstr>
      <vt:lpstr>Bookman Old Style</vt:lpstr>
      <vt:lpstr>Calibri</vt:lpstr>
      <vt:lpstr>Sylfaen</vt:lpstr>
      <vt:lpstr>Book Antiqua</vt:lpstr>
      <vt:lpstr>Noto Sans Symbols</vt:lpstr>
      <vt:lpstr>Trebuchet MS</vt:lpstr>
      <vt:lpstr>1_Office Theme</vt:lpstr>
      <vt:lpstr>PowerPoint Presentation</vt:lpstr>
      <vt:lpstr>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TITILE</dc:title>
  <dc:creator>Raj</dc:creator>
  <cp:lastModifiedBy>Harshan Mulagundla</cp:lastModifiedBy>
  <cp:revision>59</cp:revision>
  <cp:lastPrinted>2024-09-22T16:23:04Z</cp:lastPrinted>
  <dcterms:created xsi:type="dcterms:W3CDTF">2024-09-09T04:59:00Z</dcterms:created>
  <dcterms:modified xsi:type="dcterms:W3CDTF">2026-02-19T04:10:59Z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B2DCE86E5736409E825CCE234C386AFE_13</vt:lpwstr>
  </property>
  <property fmtid="{D5CDD505-2E9C-101B-9397-08002B2CF9AE}" pid="3" name="KSOProductBuildVer">
    <vt:lpwstr>1033-12.2.0.18283</vt:lpwstr>
  </property>
</Properties>
</file>